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1"/>
  </p:notesMasterIdLst>
  <p:handoutMasterIdLst>
    <p:handoutMasterId r:id="rId22"/>
  </p:handoutMasterIdLst>
  <p:sldIdLst>
    <p:sldId id="350" r:id="rId5"/>
    <p:sldId id="372" r:id="rId6"/>
    <p:sldId id="361" r:id="rId7"/>
    <p:sldId id="362" r:id="rId8"/>
    <p:sldId id="371" r:id="rId9"/>
    <p:sldId id="363" r:id="rId10"/>
    <p:sldId id="364" r:id="rId11"/>
    <p:sldId id="365" r:id="rId12"/>
    <p:sldId id="368" r:id="rId13"/>
    <p:sldId id="369" r:id="rId14"/>
    <p:sldId id="375" r:id="rId15"/>
    <p:sldId id="376" r:id="rId16"/>
    <p:sldId id="373" r:id="rId17"/>
    <p:sldId id="374" r:id="rId18"/>
    <p:sldId id="370" r:id="rId19"/>
    <p:sldId id="343" r:id="rId20"/>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8292B7-1B8F-4D49-90D7-DE15507AFFD3}" v="117" dt="2025-10-03T17:48:41.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8083" autoAdjust="0"/>
  </p:normalViewPr>
  <p:slideViewPr>
    <p:cSldViewPr snapToGrid="0">
      <p:cViewPr varScale="1">
        <p:scale>
          <a:sx n="91" d="100"/>
          <a:sy n="91" d="100"/>
        </p:scale>
        <p:origin x="230" y="77"/>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esca Mnenula" userId="2629b304-52da-4210-930b-d3f1908aad43" providerId="ADAL" clId="{426D7C83-2A42-4F54-8933-6EDAA5039383}"/>
    <pc:docChg chg="undo custSel addSld delSld modSld sldOrd">
      <pc:chgData name="Francesca Mnenula" userId="2629b304-52da-4210-930b-d3f1908aad43" providerId="ADAL" clId="{426D7C83-2A42-4F54-8933-6EDAA5039383}" dt="2025-10-03T17:50:19.066" v="10487" actId="1076"/>
      <pc:docMkLst>
        <pc:docMk/>
      </pc:docMkLst>
      <pc:sldChg chg="del">
        <pc:chgData name="Francesca Mnenula" userId="2629b304-52da-4210-930b-d3f1908aad43" providerId="ADAL" clId="{426D7C83-2A42-4F54-8933-6EDAA5039383}" dt="2025-09-24T16:57:07.032" v="295" actId="47"/>
        <pc:sldMkLst>
          <pc:docMk/>
          <pc:sldMk cId="2105465797" sldId="334"/>
        </pc:sldMkLst>
      </pc:sldChg>
      <pc:sldChg chg="addSp delSp modSp mod modNotesTx">
        <pc:chgData name="Francesca Mnenula" userId="2629b304-52da-4210-930b-d3f1908aad43" providerId="ADAL" clId="{426D7C83-2A42-4F54-8933-6EDAA5039383}" dt="2025-10-02T05:51:37.365" v="9587" actId="255"/>
        <pc:sldMkLst>
          <pc:docMk/>
          <pc:sldMk cId="2336677316" sldId="343"/>
        </pc:sldMkLst>
        <pc:spChg chg="mod">
          <ac:chgData name="Francesca Mnenula" userId="2629b304-52da-4210-930b-d3f1908aad43" providerId="ADAL" clId="{426D7C83-2A42-4F54-8933-6EDAA5039383}" dt="2025-09-24T17:25:01.439" v="2068" actId="1076"/>
          <ac:spMkLst>
            <pc:docMk/>
            <pc:sldMk cId="2336677316" sldId="343"/>
            <ac:spMk id="2" creationId="{51DF3D98-3C30-4CFC-8643-C81E829C8C25}"/>
          </ac:spMkLst>
        </pc:spChg>
        <pc:spChg chg="mod">
          <ac:chgData name="Francesca Mnenula" userId="2629b304-52da-4210-930b-d3f1908aad43" providerId="ADAL" clId="{426D7C83-2A42-4F54-8933-6EDAA5039383}" dt="2025-09-24T17:25:32.299" v="2146" actId="20577"/>
          <ac:spMkLst>
            <pc:docMk/>
            <pc:sldMk cId="2336677316" sldId="343"/>
            <ac:spMk id="9" creationId="{76767661-63CB-A645-82F2-3B860E338B67}"/>
          </ac:spMkLst>
        </pc:spChg>
        <pc:spChg chg="mod">
          <ac:chgData name="Francesca Mnenula" userId="2629b304-52da-4210-930b-d3f1908aad43" providerId="ADAL" clId="{426D7C83-2A42-4F54-8933-6EDAA5039383}" dt="2025-10-02T05:51:37.365" v="9587" actId="255"/>
          <ac:spMkLst>
            <pc:docMk/>
            <pc:sldMk cId="2336677316" sldId="343"/>
            <ac:spMk id="11" creationId="{F0F25866-5DB1-334A-8037-692579FBDE39}"/>
          </ac:spMkLst>
        </pc:spChg>
        <pc:picChg chg="add mod">
          <ac:chgData name="Francesca Mnenula" userId="2629b304-52da-4210-930b-d3f1908aad43" providerId="ADAL" clId="{426D7C83-2A42-4F54-8933-6EDAA5039383}" dt="2025-09-24T18:18:20.228" v="3330" actId="14100"/>
          <ac:picMkLst>
            <pc:docMk/>
            <pc:sldMk cId="2336677316" sldId="343"/>
            <ac:picMk id="4" creationId="{6A679C4F-518C-FA2C-AA55-BE8CE3DF7614}"/>
          </ac:picMkLst>
        </pc:picChg>
      </pc:sldChg>
      <pc:sldChg chg="modSp mod">
        <pc:chgData name="Francesca Mnenula" userId="2629b304-52da-4210-930b-d3f1908aad43" providerId="ADAL" clId="{426D7C83-2A42-4F54-8933-6EDAA5039383}" dt="2025-10-01T18:41:57.074" v="6580" actId="20577"/>
        <pc:sldMkLst>
          <pc:docMk/>
          <pc:sldMk cId="2960950710" sldId="350"/>
        </pc:sldMkLst>
        <pc:spChg chg="mod">
          <ac:chgData name="Francesca Mnenula" userId="2629b304-52da-4210-930b-d3f1908aad43" providerId="ADAL" clId="{426D7C83-2A42-4F54-8933-6EDAA5039383}" dt="2025-10-01T18:41:57.074" v="6580" actId="20577"/>
          <ac:spMkLst>
            <pc:docMk/>
            <pc:sldMk cId="2960950710" sldId="350"/>
            <ac:spMk id="2" creationId="{293E168C-8042-5B4E-A5A4-A5BF693AE2D6}"/>
          </ac:spMkLst>
        </pc:spChg>
        <pc:spChg chg="mod">
          <ac:chgData name="Francesca Mnenula" userId="2629b304-52da-4210-930b-d3f1908aad43" providerId="ADAL" clId="{426D7C83-2A42-4F54-8933-6EDAA5039383}" dt="2025-09-24T20:20:40.244" v="4635" actId="6549"/>
          <ac:spMkLst>
            <pc:docMk/>
            <pc:sldMk cId="2960950710" sldId="350"/>
            <ac:spMk id="3" creationId="{F18E61D8-31A3-2D45-8E25-CBE846E26E1C}"/>
          </ac:spMkLst>
        </pc:spChg>
      </pc:sldChg>
      <pc:sldChg chg="del">
        <pc:chgData name="Francesca Mnenula" userId="2629b304-52da-4210-930b-d3f1908aad43" providerId="ADAL" clId="{426D7C83-2A42-4F54-8933-6EDAA5039383}" dt="2025-09-24T16:57:06.679" v="294" actId="47"/>
        <pc:sldMkLst>
          <pc:docMk/>
          <pc:sldMk cId="289860937" sldId="352"/>
        </pc:sldMkLst>
      </pc:sldChg>
      <pc:sldChg chg="del">
        <pc:chgData name="Francesca Mnenula" userId="2629b304-52da-4210-930b-d3f1908aad43" providerId="ADAL" clId="{426D7C83-2A42-4F54-8933-6EDAA5039383}" dt="2025-09-24T16:57:07.231" v="296" actId="47"/>
        <pc:sldMkLst>
          <pc:docMk/>
          <pc:sldMk cId="2521537536" sldId="353"/>
        </pc:sldMkLst>
      </pc:sldChg>
      <pc:sldChg chg="del">
        <pc:chgData name="Francesca Mnenula" userId="2629b304-52da-4210-930b-d3f1908aad43" providerId="ADAL" clId="{426D7C83-2A42-4F54-8933-6EDAA5039383}" dt="2025-09-24T16:57:07.425" v="297" actId="47"/>
        <pc:sldMkLst>
          <pc:docMk/>
          <pc:sldMk cId="1556310685" sldId="354"/>
        </pc:sldMkLst>
      </pc:sldChg>
      <pc:sldChg chg="del">
        <pc:chgData name="Francesca Mnenula" userId="2629b304-52da-4210-930b-d3f1908aad43" providerId="ADAL" clId="{426D7C83-2A42-4F54-8933-6EDAA5039383}" dt="2025-09-24T16:57:07.601" v="298" actId="47"/>
        <pc:sldMkLst>
          <pc:docMk/>
          <pc:sldMk cId="4206035864" sldId="355"/>
        </pc:sldMkLst>
      </pc:sldChg>
      <pc:sldChg chg="del">
        <pc:chgData name="Francesca Mnenula" userId="2629b304-52da-4210-930b-d3f1908aad43" providerId="ADAL" clId="{426D7C83-2A42-4F54-8933-6EDAA5039383}" dt="2025-09-24T16:57:07.762" v="299" actId="47"/>
        <pc:sldMkLst>
          <pc:docMk/>
          <pc:sldMk cId="188845726" sldId="356"/>
        </pc:sldMkLst>
      </pc:sldChg>
      <pc:sldChg chg="del">
        <pc:chgData name="Francesca Mnenula" userId="2629b304-52da-4210-930b-d3f1908aad43" providerId="ADAL" clId="{426D7C83-2A42-4F54-8933-6EDAA5039383}" dt="2025-09-24T16:57:07.936" v="300" actId="47"/>
        <pc:sldMkLst>
          <pc:docMk/>
          <pc:sldMk cId="2509101887" sldId="357"/>
        </pc:sldMkLst>
      </pc:sldChg>
      <pc:sldChg chg="addSp delSp modSp mod ord modNotesTx">
        <pc:chgData name="Francesca Mnenula" userId="2629b304-52da-4210-930b-d3f1908aad43" providerId="ADAL" clId="{426D7C83-2A42-4F54-8933-6EDAA5039383}" dt="2025-10-03T17:32:09.818" v="9596" actId="20577"/>
        <pc:sldMkLst>
          <pc:docMk/>
          <pc:sldMk cId="391246093" sldId="361"/>
        </pc:sldMkLst>
        <pc:spChg chg="add mod">
          <ac:chgData name="Francesca Mnenula" userId="2629b304-52da-4210-930b-d3f1908aad43" providerId="ADAL" clId="{426D7C83-2A42-4F54-8933-6EDAA5039383}" dt="2025-09-28T13:10:45.062" v="5372"/>
          <ac:spMkLst>
            <pc:docMk/>
            <pc:sldMk cId="391246093" sldId="361"/>
            <ac:spMk id="2" creationId="{70FD425E-5BD1-9B92-E244-96AB376E9FB9}"/>
          </ac:spMkLst>
        </pc:spChg>
        <pc:spChg chg="mod">
          <ac:chgData name="Francesca Mnenula" userId="2629b304-52da-4210-930b-d3f1908aad43" providerId="ADAL" clId="{426D7C83-2A42-4F54-8933-6EDAA5039383}" dt="2025-09-24T16:57:16.637" v="310" actId="20577"/>
          <ac:spMkLst>
            <pc:docMk/>
            <pc:sldMk cId="391246093" sldId="361"/>
            <ac:spMk id="3" creationId="{1353F689-2E51-BF4F-AE47-7CEB7CC4C52A}"/>
          </ac:spMkLst>
        </pc:spChg>
        <pc:spChg chg="mod">
          <ac:chgData name="Francesca Mnenula" userId="2629b304-52da-4210-930b-d3f1908aad43" providerId="ADAL" clId="{426D7C83-2A42-4F54-8933-6EDAA5039383}" dt="2025-10-02T05:00:58.979" v="9239" actId="20577"/>
          <ac:spMkLst>
            <pc:docMk/>
            <pc:sldMk cId="391246093" sldId="361"/>
            <ac:spMk id="4" creationId="{A17F80A9-6337-524E-AC61-32C5AFEE8E6D}"/>
          </ac:spMkLst>
        </pc:spChg>
        <pc:picChg chg="add mod">
          <ac:chgData name="Francesca Mnenula" userId="2629b304-52da-4210-930b-d3f1908aad43" providerId="ADAL" clId="{426D7C83-2A42-4F54-8933-6EDAA5039383}" dt="2025-09-24T18:21:08.975" v="3351" actId="962"/>
          <ac:picMkLst>
            <pc:docMk/>
            <pc:sldMk cId="391246093" sldId="361"/>
            <ac:picMk id="10" creationId="{0E97AEC1-70F6-EBFB-4B5B-84E587E4C49E}"/>
          </ac:picMkLst>
        </pc:picChg>
      </pc:sldChg>
      <pc:sldChg chg="del">
        <pc:chgData name="Francesca Mnenula" userId="2629b304-52da-4210-930b-d3f1908aad43" providerId="ADAL" clId="{426D7C83-2A42-4F54-8933-6EDAA5039383}" dt="2025-09-24T16:57:08.259" v="301" actId="47"/>
        <pc:sldMkLst>
          <pc:docMk/>
          <pc:sldMk cId="767675903" sldId="362"/>
        </pc:sldMkLst>
      </pc:sldChg>
      <pc:sldChg chg="addSp delSp modSp new mod modNotesTx">
        <pc:chgData name="Francesca Mnenula" userId="2629b304-52da-4210-930b-d3f1908aad43" providerId="ADAL" clId="{426D7C83-2A42-4F54-8933-6EDAA5039383}" dt="2025-10-03T17:34:43.510" v="9599" actId="20577"/>
        <pc:sldMkLst>
          <pc:docMk/>
          <pc:sldMk cId="2100738897" sldId="362"/>
        </pc:sldMkLst>
        <pc:spChg chg="mod">
          <ac:chgData name="Francesca Mnenula" userId="2629b304-52da-4210-930b-d3f1908aad43" providerId="ADAL" clId="{426D7C83-2A42-4F54-8933-6EDAA5039383}" dt="2025-09-24T17:04:11.813" v="700" actId="1076"/>
          <ac:spMkLst>
            <pc:docMk/>
            <pc:sldMk cId="2100738897" sldId="362"/>
            <ac:spMk id="3" creationId="{3D800CFE-52FA-ACEF-6E8E-79819E56CE87}"/>
          </ac:spMkLst>
        </pc:spChg>
        <pc:spChg chg="mod">
          <ac:chgData name="Francesca Mnenula" userId="2629b304-52da-4210-930b-d3f1908aad43" providerId="ADAL" clId="{426D7C83-2A42-4F54-8933-6EDAA5039383}" dt="2025-10-01T18:19:41.673" v="6542" actId="255"/>
          <ac:spMkLst>
            <pc:docMk/>
            <pc:sldMk cId="2100738897" sldId="362"/>
            <ac:spMk id="4" creationId="{9F036EC3-DD00-4BD6-5C5F-E92FE01C5701}"/>
          </ac:spMkLst>
        </pc:spChg>
        <pc:spChg chg="add mod">
          <ac:chgData name="Francesca Mnenula" userId="2629b304-52da-4210-930b-d3f1908aad43" providerId="ADAL" clId="{426D7C83-2A42-4F54-8933-6EDAA5039383}" dt="2025-09-28T13:10:59.304" v="5374"/>
          <ac:spMkLst>
            <pc:docMk/>
            <pc:sldMk cId="2100738897" sldId="362"/>
            <ac:spMk id="5" creationId="{206CE4F6-7CB2-A73C-AA92-3D58D3068824}"/>
          </ac:spMkLst>
        </pc:spChg>
        <pc:picChg chg="add mod">
          <ac:chgData name="Francesca Mnenula" userId="2629b304-52da-4210-930b-d3f1908aad43" providerId="ADAL" clId="{426D7C83-2A42-4F54-8933-6EDAA5039383}" dt="2025-10-01T19:09:08.305" v="6794" actId="1037"/>
          <ac:picMkLst>
            <pc:docMk/>
            <pc:sldMk cId="2100738897" sldId="362"/>
            <ac:picMk id="1026" creationId="{927BA959-3655-69B0-17D5-6ECE0DC42F4C}"/>
          </ac:picMkLst>
        </pc:picChg>
      </pc:sldChg>
      <pc:sldChg chg="del">
        <pc:chgData name="Francesca Mnenula" userId="2629b304-52da-4210-930b-d3f1908aad43" providerId="ADAL" clId="{426D7C83-2A42-4F54-8933-6EDAA5039383}" dt="2025-09-24T16:57:10.059" v="302" actId="47"/>
        <pc:sldMkLst>
          <pc:docMk/>
          <pc:sldMk cId="495483412" sldId="363"/>
        </pc:sldMkLst>
      </pc:sldChg>
      <pc:sldChg chg="addSp delSp modSp add mod modNotesTx">
        <pc:chgData name="Francesca Mnenula" userId="2629b304-52da-4210-930b-d3f1908aad43" providerId="ADAL" clId="{426D7C83-2A42-4F54-8933-6EDAA5039383}" dt="2025-10-03T17:37:07.069" v="9698" actId="20577"/>
        <pc:sldMkLst>
          <pc:docMk/>
          <pc:sldMk cId="2686013750" sldId="363"/>
        </pc:sldMkLst>
        <pc:spChg chg="mod">
          <ac:chgData name="Francesca Mnenula" userId="2629b304-52da-4210-930b-d3f1908aad43" providerId="ADAL" clId="{426D7C83-2A42-4F54-8933-6EDAA5039383}" dt="2025-10-03T17:37:07.069" v="9698" actId="20577"/>
          <ac:spMkLst>
            <pc:docMk/>
            <pc:sldMk cId="2686013750" sldId="363"/>
            <ac:spMk id="4" creationId="{AFC8CB2B-AA77-73A4-D64D-26F760BC93E5}"/>
          </ac:spMkLst>
        </pc:spChg>
        <pc:spChg chg="add mod">
          <ac:chgData name="Francesca Mnenula" userId="2629b304-52da-4210-930b-d3f1908aad43" providerId="ADAL" clId="{426D7C83-2A42-4F54-8933-6EDAA5039383}" dt="2025-09-28T13:29:34.917" v="5550"/>
          <ac:spMkLst>
            <pc:docMk/>
            <pc:sldMk cId="2686013750" sldId="363"/>
            <ac:spMk id="5" creationId="{5B46C830-94CA-BEA1-3B0A-23A0DC77B21B}"/>
          </ac:spMkLst>
        </pc:spChg>
        <pc:picChg chg="add mod">
          <ac:chgData name="Francesca Mnenula" userId="2629b304-52da-4210-930b-d3f1908aad43" providerId="ADAL" clId="{426D7C83-2A42-4F54-8933-6EDAA5039383}" dt="2025-10-03T17:31:33.360" v="9594" actId="1076"/>
          <ac:picMkLst>
            <pc:docMk/>
            <pc:sldMk cId="2686013750" sldId="363"/>
            <ac:picMk id="2050" creationId="{36ED26FC-AAB8-20F4-6978-126FEFE6C71D}"/>
          </ac:picMkLst>
        </pc:picChg>
      </pc:sldChg>
      <pc:sldChg chg="del">
        <pc:chgData name="Francesca Mnenula" userId="2629b304-52da-4210-930b-d3f1908aad43" providerId="ADAL" clId="{426D7C83-2A42-4F54-8933-6EDAA5039383}" dt="2025-09-24T16:57:03.593" v="292" actId="47"/>
        <pc:sldMkLst>
          <pc:docMk/>
          <pc:sldMk cId="643842168" sldId="364"/>
        </pc:sldMkLst>
      </pc:sldChg>
      <pc:sldChg chg="addSp delSp modSp add mod modNotesTx">
        <pc:chgData name="Francesca Mnenula" userId="2629b304-52da-4210-930b-d3f1908aad43" providerId="ADAL" clId="{426D7C83-2A42-4F54-8933-6EDAA5039383}" dt="2025-10-03T17:37:29.006" v="9759" actId="5793"/>
        <pc:sldMkLst>
          <pc:docMk/>
          <pc:sldMk cId="1663549084" sldId="364"/>
        </pc:sldMkLst>
        <pc:spChg chg="mod">
          <ac:chgData name="Francesca Mnenula" userId="2629b304-52da-4210-930b-d3f1908aad43" providerId="ADAL" clId="{426D7C83-2A42-4F54-8933-6EDAA5039383}" dt="2025-09-24T17:15:01.582" v="1381" actId="20577"/>
          <ac:spMkLst>
            <pc:docMk/>
            <pc:sldMk cId="1663549084" sldId="364"/>
            <ac:spMk id="3" creationId="{BDBC78A3-6D0F-12AE-733F-28BED76E8C49}"/>
          </ac:spMkLst>
        </pc:spChg>
        <pc:spChg chg="mod">
          <ac:chgData name="Francesca Mnenula" userId="2629b304-52da-4210-930b-d3f1908aad43" providerId="ADAL" clId="{426D7C83-2A42-4F54-8933-6EDAA5039383}" dt="2025-10-03T17:31:48.970" v="9595" actId="114"/>
          <ac:spMkLst>
            <pc:docMk/>
            <pc:sldMk cId="1663549084" sldId="364"/>
            <ac:spMk id="4" creationId="{1ADD7C87-CCE2-D550-0FB2-FDDFBE6E9F4B}"/>
          </ac:spMkLst>
        </pc:spChg>
        <pc:spChg chg="add mod">
          <ac:chgData name="Francesca Mnenula" userId="2629b304-52da-4210-930b-d3f1908aad43" providerId="ADAL" clId="{426D7C83-2A42-4F54-8933-6EDAA5039383}" dt="2025-09-28T13:34:03.191" v="5552"/>
          <ac:spMkLst>
            <pc:docMk/>
            <pc:sldMk cId="1663549084" sldId="364"/>
            <ac:spMk id="5" creationId="{BCC7E043-EE9C-4327-BF15-0E9D40ADB602}"/>
          </ac:spMkLst>
        </pc:spChg>
        <pc:picChg chg="add mod">
          <ac:chgData name="Francesca Mnenula" userId="2629b304-52da-4210-930b-d3f1908aad43" providerId="ADAL" clId="{426D7C83-2A42-4F54-8933-6EDAA5039383}" dt="2025-10-01T19:19:39.684" v="7558" actId="1076"/>
          <ac:picMkLst>
            <pc:docMk/>
            <pc:sldMk cId="1663549084" sldId="364"/>
            <ac:picMk id="8" creationId="{32464BC3-AAEB-6F2F-2A0E-9364FE7AFDA3}"/>
          </ac:picMkLst>
        </pc:picChg>
      </pc:sldChg>
      <pc:sldChg chg="new del">
        <pc:chgData name="Francesca Mnenula" userId="2629b304-52da-4210-930b-d3f1908aad43" providerId="ADAL" clId="{426D7C83-2A42-4F54-8933-6EDAA5039383}" dt="2025-09-24T16:57:06.512" v="293" actId="47"/>
        <pc:sldMkLst>
          <pc:docMk/>
          <pc:sldMk cId="2622887854" sldId="365"/>
        </pc:sldMkLst>
      </pc:sldChg>
      <pc:sldChg chg="addSp delSp modSp new mod modNotesTx">
        <pc:chgData name="Francesca Mnenula" userId="2629b304-52da-4210-930b-d3f1908aad43" providerId="ADAL" clId="{426D7C83-2A42-4F54-8933-6EDAA5039383}" dt="2025-10-03T17:37:38.687" v="9762" actId="20577"/>
        <pc:sldMkLst>
          <pc:docMk/>
          <pc:sldMk cId="2792874173" sldId="365"/>
        </pc:sldMkLst>
        <pc:spChg chg="mod">
          <ac:chgData name="Francesca Mnenula" userId="2629b304-52da-4210-930b-d3f1908aad43" providerId="ADAL" clId="{426D7C83-2A42-4F54-8933-6EDAA5039383}" dt="2025-09-24T17:20:31.752" v="1852" actId="27636"/>
          <ac:spMkLst>
            <pc:docMk/>
            <pc:sldMk cId="2792874173" sldId="365"/>
            <ac:spMk id="2" creationId="{05E272DB-F978-2273-C15E-241DE5CCFAEC}"/>
          </ac:spMkLst>
        </pc:spChg>
        <pc:spChg chg="mod">
          <ac:chgData name="Francesca Mnenula" userId="2629b304-52da-4210-930b-d3f1908aad43" providerId="ADAL" clId="{426D7C83-2A42-4F54-8933-6EDAA5039383}" dt="2025-10-01T19:20:33.991" v="7590" actId="14100"/>
          <ac:spMkLst>
            <pc:docMk/>
            <pc:sldMk cId="2792874173" sldId="365"/>
            <ac:spMk id="3" creationId="{B5D7DC7C-B6E1-CC49-BBE0-847CDCB1BFA6}"/>
          </ac:spMkLst>
        </pc:spChg>
        <pc:spChg chg="mod">
          <ac:chgData name="Francesca Mnenula" userId="2629b304-52da-4210-930b-d3f1908aad43" providerId="ADAL" clId="{426D7C83-2A42-4F54-8933-6EDAA5039383}" dt="2025-09-24T17:20:45.657" v="1862" actId="20577"/>
          <ac:spMkLst>
            <pc:docMk/>
            <pc:sldMk cId="2792874173" sldId="365"/>
            <ac:spMk id="4" creationId="{8619DA1F-0104-B1DA-1AE0-027D3766D122}"/>
          </ac:spMkLst>
        </pc:spChg>
        <pc:spChg chg="mod">
          <ac:chgData name="Francesca Mnenula" userId="2629b304-52da-4210-930b-d3f1908aad43" providerId="ADAL" clId="{426D7C83-2A42-4F54-8933-6EDAA5039383}" dt="2025-10-02T05:14:57.685" v="9518" actId="20577"/>
          <ac:spMkLst>
            <pc:docMk/>
            <pc:sldMk cId="2792874173" sldId="365"/>
            <ac:spMk id="5" creationId="{C8811E8D-A97C-DFAF-0E1F-9829AB147F4B}"/>
          </ac:spMkLst>
        </pc:spChg>
        <pc:spChg chg="mod">
          <ac:chgData name="Francesca Mnenula" userId="2629b304-52da-4210-930b-d3f1908aad43" providerId="ADAL" clId="{426D7C83-2A42-4F54-8933-6EDAA5039383}" dt="2025-09-24T17:20:49.895" v="1871" actId="20577"/>
          <ac:spMkLst>
            <pc:docMk/>
            <pc:sldMk cId="2792874173" sldId="365"/>
            <ac:spMk id="6" creationId="{7B4A9F9B-671B-C6F2-ED27-5AF0FBC4F053}"/>
          </ac:spMkLst>
        </pc:spChg>
        <pc:spChg chg="mod">
          <ac:chgData name="Francesca Mnenula" userId="2629b304-52da-4210-930b-d3f1908aad43" providerId="ADAL" clId="{426D7C83-2A42-4F54-8933-6EDAA5039383}" dt="2025-10-01T18:20:42.316" v="6551" actId="255"/>
          <ac:spMkLst>
            <pc:docMk/>
            <pc:sldMk cId="2792874173" sldId="365"/>
            <ac:spMk id="7" creationId="{31179BF5-C70D-AC01-AD4A-1BA39EFA03AF}"/>
          </ac:spMkLst>
        </pc:spChg>
        <pc:spChg chg="mod">
          <ac:chgData name="Francesca Mnenula" userId="2629b304-52da-4210-930b-d3f1908aad43" providerId="ADAL" clId="{426D7C83-2A42-4F54-8933-6EDAA5039383}" dt="2025-09-24T17:22:34.714" v="2028" actId="20577"/>
          <ac:spMkLst>
            <pc:docMk/>
            <pc:sldMk cId="2792874173" sldId="365"/>
            <ac:spMk id="8" creationId="{D24351C8-6CCB-DCEF-B0CB-2C7C1595F134}"/>
          </ac:spMkLst>
        </pc:spChg>
        <pc:spChg chg="mod">
          <ac:chgData name="Francesca Mnenula" userId="2629b304-52da-4210-930b-d3f1908aad43" providerId="ADAL" clId="{426D7C83-2A42-4F54-8933-6EDAA5039383}" dt="2025-10-01T19:21:26.935" v="7608" actId="20577"/>
          <ac:spMkLst>
            <pc:docMk/>
            <pc:sldMk cId="2792874173" sldId="365"/>
            <ac:spMk id="9" creationId="{45D02025-0035-AE95-E30E-765C9DBF0F17}"/>
          </ac:spMkLst>
        </pc:spChg>
        <pc:spChg chg="mod">
          <ac:chgData name="Francesca Mnenula" userId="2629b304-52da-4210-930b-d3f1908aad43" providerId="ADAL" clId="{426D7C83-2A42-4F54-8933-6EDAA5039383}" dt="2025-09-24T17:21:48.797" v="1908" actId="20577"/>
          <ac:spMkLst>
            <pc:docMk/>
            <pc:sldMk cId="2792874173" sldId="365"/>
            <ac:spMk id="10" creationId="{2908EB3C-9122-EE52-3EB3-F8F3D9979C51}"/>
          </ac:spMkLst>
        </pc:spChg>
        <pc:spChg chg="add mod">
          <ac:chgData name="Francesca Mnenula" userId="2629b304-52da-4210-930b-d3f1908aad43" providerId="ADAL" clId="{426D7C83-2A42-4F54-8933-6EDAA5039383}" dt="2025-09-28T13:34:08.457" v="5553"/>
          <ac:spMkLst>
            <pc:docMk/>
            <pc:sldMk cId="2792874173" sldId="365"/>
            <ac:spMk id="11" creationId="{CD905B95-39D6-8C8A-F1C3-71E31C15AB03}"/>
          </ac:spMkLst>
        </pc:spChg>
      </pc:sldChg>
      <pc:sldChg chg="new del">
        <pc:chgData name="Francesca Mnenula" userId="2629b304-52da-4210-930b-d3f1908aad43" providerId="ADAL" clId="{426D7C83-2A42-4F54-8933-6EDAA5039383}" dt="2025-09-24T17:26:07.937" v="2148" actId="680"/>
        <pc:sldMkLst>
          <pc:docMk/>
          <pc:sldMk cId="3949245277" sldId="366"/>
        </pc:sldMkLst>
      </pc:sldChg>
      <pc:sldChg chg="addSp delSp modSp new del mod modAnim modNotesTx">
        <pc:chgData name="Francesca Mnenula" userId="2629b304-52da-4210-930b-d3f1908aad43" providerId="ADAL" clId="{426D7C83-2A42-4F54-8933-6EDAA5039383}" dt="2025-10-03T17:48:08.068" v="10475" actId="2696"/>
        <pc:sldMkLst>
          <pc:docMk/>
          <pc:sldMk cId="4087931584" sldId="366"/>
        </pc:sldMkLst>
        <pc:spChg chg="mod">
          <ac:chgData name="Francesca Mnenula" userId="2629b304-52da-4210-930b-d3f1908aad43" providerId="ADAL" clId="{426D7C83-2A42-4F54-8933-6EDAA5039383}" dt="2025-09-24T17:29:14.253" v="2276" actId="1076"/>
          <ac:spMkLst>
            <pc:docMk/>
            <pc:sldMk cId="4087931584" sldId="366"/>
            <ac:spMk id="2" creationId="{870CBE3D-1341-A248-D2D6-1C02CACBEB86}"/>
          </ac:spMkLst>
        </pc:spChg>
        <pc:spChg chg="mod">
          <ac:chgData name="Francesca Mnenula" userId="2629b304-52da-4210-930b-d3f1908aad43" providerId="ADAL" clId="{426D7C83-2A42-4F54-8933-6EDAA5039383}" dt="2025-09-24T17:33:10.811" v="2444" actId="20577"/>
          <ac:spMkLst>
            <pc:docMk/>
            <pc:sldMk cId="4087931584" sldId="366"/>
            <ac:spMk id="3" creationId="{DE348701-E3E0-42D2-F22B-942EB8546C0F}"/>
          </ac:spMkLst>
        </pc:spChg>
        <pc:spChg chg="mod">
          <ac:chgData name="Francesca Mnenula" userId="2629b304-52da-4210-930b-d3f1908aad43" providerId="ADAL" clId="{426D7C83-2A42-4F54-8933-6EDAA5039383}" dt="2025-09-24T17:33:33.658" v="2454" actId="20577"/>
          <ac:spMkLst>
            <pc:docMk/>
            <pc:sldMk cId="4087931584" sldId="366"/>
            <ac:spMk id="4" creationId="{3D4FFCC2-DED5-5362-89D1-FBC0B08DE553}"/>
          </ac:spMkLst>
        </pc:spChg>
        <pc:spChg chg="add del mod">
          <ac:chgData name="Francesca Mnenula" userId="2629b304-52da-4210-930b-d3f1908aad43" providerId="ADAL" clId="{426D7C83-2A42-4F54-8933-6EDAA5039383}" dt="2025-10-02T03:48:09.308" v="9123" actId="931"/>
          <ac:spMkLst>
            <pc:docMk/>
            <pc:sldMk cId="4087931584" sldId="366"/>
            <ac:spMk id="6" creationId="{71517FA2-C51A-7DF3-D5C1-29FCD7FA3373}"/>
          </ac:spMkLst>
        </pc:spChg>
        <pc:spChg chg="add mod">
          <ac:chgData name="Francesca Mnenula" userId="2629b304-52da-4210-930b-d3f1908aad43" providerId="ADAL" clId="{426D7C83-2A42-4F54-8933-6EDAA5039383}" dt="2025-09-24T17:31:37.178" v="2285" actId="255"/>
          <ac:spMkLst>
            <pc:docMk/>
            <pc:sldMk cId="4087931584" sldId="366"/>
            <ac:spMk id="16" creationId="{E40445D1-277B-BDAC-9324-647F5F7CFC04}"/>
          </ac:spMkLst>
        </pc:spChg>
        <pc:spChg chg="add mod">
          <ac:chgData name="Francesca Mnenula" userId="2629b304-52da-4210-930b-d3f1908aad43" providerId="ADAL" clId="{426D7C83-2A42-4F54-8933-6EDAA5039383}" dt="2025-09-24T17:32:16.537" v="2289" actId="207"/>
          <ac:spMkLst>
            <pc:docMk/>
            <pc:sldMk cId="4087931584" sldId="366"/>
            <ac:spMk id="17" creationId="{C53B998C-E7D0-D99A-276A-BE3EE73A3254}"/>
          </ac:spMkLst>
        </pc:spChg>
        <pc:spChg chg="add mod">
          <ac:chgData name="Francesca Mnenula" userId="2629b304-52da-4210-930b-d3f1908aad43" providerId="ADAL" clId="{426D7C83-2A42-4F54-8933-6EDAA5039383}" dt="2025-09-24T17:33:00.697" v="2440" actId="1035"/>
          <ac:spMkLst>
            <pc:docMk/>
            <pc:sldMk cId="4087931584" sldId="366"/>
            <ac:spMk id="18" creationId="{8DBF7424-C636-2028-EFA3-B79E1FC0F3E8}"/>
          </ac:spMkLst>
        </pc:spChg>
        <pc:spChg chg="add mod">
          <ac:chgData name="Francesca Mnenula" userId="2629b304-52da-4210-930b-d3f1908aad43" providerId="ADAL" clId="{426D7C83-2A42-4F54-8933-6EDAA5039383}" dt="2025-10-01T17:51:19.559" v="6131" actId="255"/>
          <ac:spMkLst>
            <pc:docMk/>
            <pc:sldMk cId="4087931584" sldId="366"/>
            <ac:spMk id="19" creationId="{EE720A03-630D-D29A-1F13-40D41E532CE1}"/>
          </ac:spMkLst>
        </pc:spChg>
        <pc:spChg chg="add mod">
          <ac:chgData name="Francesca Mnenula" userId="2629b304-52da-4210-930b-d3f1908aad43" providerId="ADAL" clId="{426D7C83-2A42-4F54-8933-6EDAA5039383}" dt="2025-09-28T13:39:17.477" v="5655" actId="1076"/>
          <ac:spMkLst>
            <pc:docMk/>
            <pc:sldMk cId="4087931584" sldId="366"/>
            <ac:spMk id="21" creationId="{802D8BD2-C61A-414E-CE19-5C46865B0958}"/>
          </ac:spMkLst>
        </pc:spChg>
        <pc:picChg chg="add mod">
          <ac:chgData name="Francesca Mnenula" userId="2629b304-52da-4210-930b-d3f1908aad43" providerId="ADAL" clId="{426D7C83-2A42-4F54-8933-6EDAA5039383}" dt="2025-10-02T03:48:24.452" v="9129" actId="1076"/>
          <ac:picMkLst>
            <pc:docMk/>
            <pc:sldMk cId="4087931584" sldId="366"/>
            <ac:picMk id="10" creationId="{D8FE8705-E015-0C88-3B09-5A39363B9E49}"/>
          </ac:picMkLst>
        </pc:picChg>
        <pc:picChg chg="add mod">
          <ac:chgData name="Francesca Mnenula" userId="2629b304-52da-4210-930b-d3f1908aad43" providerId="ADAL" clId="{426D7C83-2A42-4F54-8933-6EDAA5039383}" dt="2025-09-24T17:32:22.177" v="2290" actId="14100"/>
          <ac:picMkLst>
            <pc:docMk/>
            <pc:sldMk cId="4087931584" sldId="366"/>
            <ac:picMk id="11" creationId="{02635717-1CA1-5143-35D8-FD9105E40B75}"/>
          </ac:picMkLst>
        </pc:picChg>
        <pc:picChg chg="add mod">
          <ac:chgData name="Francesca Mnenula" userId="2629b304-52da-4210-930b-d3f1908aad43" providerId="ADAL" clId="{426D7C83-2A42-4F54-8933-6EDAA5039383}" dt="2025-10-02T03:48:19.160" v="9128" actId="1076"/>
          <ac:picMkLst>
            <pc:docMk/>
            <pc:sldMk cId="4087931584" sldId="366"/>
            <ac:picMk id="15" creationId="{B7A7199F-8864-F471-2075-A7F2FA0FAFC6}"/>
          </ac:picMkLst>
        </pc:picChg>
        <pc:cxnChg chg="add">
          <ac:chgData name="Francesca Mnenula" userId="2629b304-52da-4210-930b-d3f1908aad43" providerId="ADAL" clId="{426D7C83-2A42-4F54-8933-6EDAA5039383}" dt="2025-09-28T13:36:58.257" v="5558" actId="11529"/>
          <ac:cxnSpMkLst>
            <pc:docMk/>
            <pc:sldMk cId="4087931584" sldId="366"/>
            <ac:cxnSpMk id="8" creationId="{80924FFE-057A-5F53-D2CF-423FD31B0FC2}"/>
          </ac:cxnSpMkLst>
        </pc:cxnChg>
        <pc:cxnChg chg="add mod">
          <ac:chgData name="Francesca Mnenula" userId="2629b304-52da-4210-930b-d3f1908aad43" providerId="ADAL" clId="{426D7C83-2A42-4F54-8933-6EDAA5039383}" dt="2025-10-02T05:35:08.834" v="9542" actId="208"/>
          <ac:cxnSpMkLst>
            <pc:docMk/>
            <pc:sldMk cId="4087931584" sldId="366"/>
            <ac:cxnSpMk id="14" creationId="{8D804800-E2DB-747F-5A00-EA43B561F110}"/>
          </ac:cxnSpMkLst>
        </pc:cxnChg>
        <pc:cxnChg chg="add mod">
          <ac:chgData name="Francesca Mnenula" userId="2629b304-52da-4210-930b-d3f1908aad43" providerId="ADAL" clId="{426D7C83-2A42-4F54-8933-6EDAA5039383}" dt="2025-09-28T13:39:24.736" v="5656" actId="14100"/>
          <ac:cxnSpMkLst>
            <pc:docMk/>
            <pc:sldMk cId="4087931584" sldId="366"/>
            <ac:cxnSpMk id="20" creationId="{2992593D-7DD2-BC15-FBF1-DF991194ADD1}"/>
          </ac:cxnSpMkLst>
        </pc:cxnChg>
        <pc:cxnChg chg="add mod">
          <ac:chgData name="Francesca Mnenula" userId="2629b304-52da-4210-930b-d3f1908aad43" providerId="ADAL" clId="{426D7C83-2A42-4F54-8933-6EDAA5039383}" dt="2025-10-02T05:35:22.587" v="9545" actId="14100"/>
          <ac:cxnSpMkLst>
            <pc:docMk/>
            <pc:sldMk cId="4087931584" sldId="366"/>
            <ac:cxnSpMk id="22" creationId="{1CFF107B-87BA-491F-1097-A113123CF479}"/>
          </ac:cxnSpMkLst>
        </pc:cxnChg>
      </pc:sldChg>
      <pc:sldChg chg="addSp modSp new del mod modNotesTx">
        <pc:chgData name="Francesca Mnenula" userId="2629b304-52da-4210-930b-d3f1908aad43" providerId="ADAL" clId="{426D7C83-2A42-4F54-8933-6EDAA5039383}" dt="2025-09-28T13:34:23.926" v="5555" actId="47"/>
        <pc:sldMkLst>
          <pc:docMk/>
          <pc:sldMk cId="2404492105" sldId="367"/>
        </pc:sldMkLst>
      </pc:sldChg>
      <pc:sldChg chg="addSp delSp modSp new mod modAnim modNotesTx">
        <pc:chgData name="Francesca Mnenula" userId="2629b304-52da-4210-930b-d3f1908aad43" providerId="ADAL" clId="{426D7C83-2A42-4F54-8933-6EDAA5039383}" dt="2025-10-03T17:40:04.065" v="10021" actId="20577"/>
        <pc:sldMkLst>
          <pc:docMk/>
          <pc:sldMk cId="815589809" sldId="368"/>
        </pc:sldMkLst>
        <pc:spChg chg="mod">
          <ac:chgData name="Francesca Mnenula" userId="2629b304-52da-4210-930b-d3f1908aad43" providerId="ADAL" clId="{426D7C83-2A42-4F54-8933-6EDAA5039383}" dt="2025-09-24T17:46:42.666" v="2566" actId="255"/>
          <ac:spMkLst>
            <pc:docMk/>
            <pc:sldMk cId="815589809" sldId="368"/>
            <ac:spMk id="3" creationId="{C930E42F-9F26-6EAE-D493-CA759475961C}"/>
          </ac:spMkLst>
        </pc:spChg>
        <pc:spChg chg="add mod">
          <ac:chgData name="Francesca Mnenula" userId="2629b304-52da-4210-930b-d3f1908aad43" providerId="ADAL" clId="{426D7C83-2A42-4F54-8933-6EDAA5039383}" dt="2025-10-01T17:55:51.461" v="6187"/>
          <ac:spMkLst>
            <pc:docMk/>
            <pc:sldMk cId="815589809" sldId="368"/>
            <ac:spMk id="6" creationId="{DF37E057-21C8-F436-34B9-E448B061F280}"/>
          </ac:spMkLst>
        </pc:spChg>
        <pc:picChg chg="add mod">
          <ac:chgData name="Francesca Mnenula" userId="2629b304-52da-4210-930b-d3f1908aad43" providerId="ADAL" clId="{426D7C83-2A42-4F54-8933-6EDAA5039383}" dt="2025-10-02T06:06:27.305" v="9591" actId="1076"/>
          <ac:picMkLst>
            <pc:docMk/>
            <pc:sldMk cId="815589809" sldId="368"/>
            <ac:picMk id="23" creationId="{E15128D9-ECA7-0F11-B7A1-36F788BC35F7}"/>
          </ac:picMkLst>
        </pc:picChg>
        <pc:picChg chg="add mod">
          <ac:chgData name="Francesca Mnenula" userId="2629b304-52da-4210-930b-d3f1908aad43" providerId="ADAL" clId="{426D7C83-2A42-4F54-8933-6EDAA5039383}" dt="2025-10-01T18:47:10.900" v="6613" actId="1076"/>
          <ac:picMkLst>
            <pc:docMk/>
            <pc:sldMk cId="815589809" sldId="368"/>
            <ac:picMk id="1032" creationId="{854F3FB0-CCBB-0F0D-9690-4A168F9CCFE2}"/>
          </ac:picMkLst>
        </pc:picChg>
      </pc:sldChg>
      <pc:sldChg chg="addSp delSp modSp new mod modNotesTx">
        <pc:chgData name="Francesca Mnenula" userId="2629b304-52da-4210-930b-d3f1908aad43" providerId="ADAL" clId="{426D7C83-2A42-4F54-8933-6EDAA5039383}" dt="2025-10-03T17:42:31.489" v="10389" actId="6549"/>
        <pc:sldMkLst>
          <pc:docMk/>
          <pc:sldMk cId="1839914144" sldId="369"/>
        </pc:sldMkLst>
        <pc:spChg chg="mod">
          <ac:chgData name="Francesca Mnenula" userId="2629b304-52da-4210-930b-d3f1908aad43" providerId="ADAL" clId="{426D7C83-2A42-4F54-8933-6EDAA5039383}" dt="2025-10-01T18:17:11.815" v="6519" actId="1076"/>
          <ac:spMkLst>
            <pc:docMk/>
            <pc:sldMk cId="1839914144" sldId="369"/>
            <ac:spMk id="3" creationId="{3E943C23-92B1-08B6-E1E6-9462CAA913A9}"/>
          </ac:spMkLst>
        </pc:spChg>
        <pc:spChg chg="mod">
          <ac:chgData name="Francesca Mnenula" userId="2629b304-52da-4210-930b-d3f1908aad43" providerId="ADAL" clId="{426D7C83-2A42-4F54-8933-6EDAA5039383}" dt="2025-10-02T03:47:39.245" v="9122" actId="20577"/>
          <ac:spMkLst>
            <pc:docMk/>
            <pc:sldMk cId="1839914144" sldId="369"/>
            <ac:spMk id="4" creationId="{33F23D96-1655-BE47-4F1A-B49B098C93DC}"/>
          </ac:spMkLst>
        </pc:spChg>
        <pc:spChg chg="add mod">
          <ac:chgData name="Francesca Mnenula" userId="2629b304-52da-4210-930b-d3f1908aad43" providerId="ADAL" clId="{426D7C83-2A42-4F54-8933-6EDAA5039383}" dt="2025-10-01T17:52:32.293" v="6141" actId="255"/>
          <ac:spMkLst>
            <pc:docMk/>
            <pc:sldMk cId="1839914144" sldId="369"/>
            <ac:spMk id="8" creationId="{E0527592-91CF-F6C8-8000-D817B75033B5}"/>
          </ac:spMkLst>
        </pc:spChg>
      </pc:sldChg>
      <pc:sldChg chg="addSp delSp modSp new mod chgLayout modNotesTx">
        <pc:chgData name="Francesca Mnenula" userId="2629b304-52da-4210-930b-d3f1908aad43" providerId="ADAL" clId="{426D7C83-2A42-4F54-8933-6EDAA5039383}" dt="2025-10-02T03:51:06.230" v="9139" actId="14100"/>
        <pc:sldMkLst>
          <pc:docMk/>
          <pc:sldMk cId="292311935" sldId="370"/>
        </pc:sldMkLst>
        <pc:spChg chg="mod ord">
          <ac:chgData name="Francesca Mnenula" userId="2629b304-52da-4210-930b-d3f1908aad43" providerId="ADAL" clId="{426D7C83-2A42-4F54-8933-6EDAA5039383}" dt="2025-10-01T19:43:02.501" v="9074" actId="1036"/>
          <ac:spMkLst>
            <pc:docMk/>
            <pc:sldMk cId="292311935" sldId="370"/>
            <ac:spMk id="2" creationId="{C4C93E1D-D0C4-AF0B-9CB4-699B3ADB5581}"/>
          </ac:spMkLst>
        </pc:spChg>
        <pc:spChg chg="mod ord">
          <ac:chgData name="Francesca Mnenula" userId="2629b304-52da-4210-930b-d3f1908aad43" providerId="ADAL" clId="{426D7C83-2A42-4F54-8933-6EDAA5039383}" dt="2025-10-01T19:42:45.096" v="9055" actId="12"/>
          <ac:spMkLst>
            <pc:docMk/>
            <pc:sldMk cId="292311935" sldId="370"/>
            <ac:spMk id="6" creationId="{528684A7-B3EB-376B-7DC8-39B89EC8DCC3}"/>
          </ac:spMkLst>
        </pc:spChg>
        <pc:spChg chg="mod ord">
          <ac:chgData name="Francesca Mnenula" userId="2629b304-52da-4210-930b-d3f1908aad43" providerId="ADAL" clId="{426D7C83-2A42-4F54-8933-6EDAA5039383}" dt="2025-10-01T19:42:37.849" v="9051" actId="700"/>
          <ac:spMkLst>
            <pc:docMk/>
            <pc:sldMk cId="292311935" sldId="370"/>
            <ac:spMk id="9" creationId="{32567549-E825-7B6E-1104-9383EDEFB5AE}"/>
          </ac:spMkLst>
        </pc:spChg>
        <pc:spChg chg="add mod ord">
          <ac:chgData name="Francesca Mnenula" userId="2629b304-52da-4210-930b-d3f1908aad43" providerId="ADAL" clId="{426D7C83-2A42-4F54-8933-6EDAA5039383}" dt="2025-10-02T03:51:06.230" v="9139" actId="14100"/>
          <ac:spMkLst>
            <pc:docMk/>
            <pc:sldMk cId="292311935" sldId="370"/>
            <ac:spMk id="10" creationId="{50CD7066-CED0-AF13-4D45-2E0382E363B9}"/>
          </ac:spMkLst>
        </pc:spChg>
      </pc:sldChg>
      <pc:sldChg chg="addSp modSp new mod modNotesTx">
        <pc:chgData name="Francesca Mnenula" userId="2629b304-52da-4210-930b-d3f1908aad43" providerId="ADAL" clId="{426D7C83-2A42-4F54-8933-6EDAA5039383}" dt="2025-10-02T05:08:31.122" v="9450" actId="20577"/>
        <pc:sldMkLst>
          <pc:docMk/>
          <pc:sldMk cId="2264170251" sldId="371"/>
        </pc:sldMkLst>
        <pc:spChg chg="mod">
          <ac:chgData name="Francesca Mnenula" userId="2629b304-52da-4210-930b-d3f1908aad43" providerId="ADAL" clId="{426D7C83-2A42-4F54-8933-6EDAA5039383}" dt="2025-10-01T19:11:30.266" v="6957" actId="20577"/>
          <ac:spMkLst>
            <pc:docMk/>
            <pc:sldMk cId="2264170251" sldId="371"/>
            <ac:spMk id="2" creationId="{559366D0-AC47-7372-3834-E2B61ACCCBB1}"/>
          </ac:spMkLst>
        </pc:spChg>
        <pc:spChg chg="add mod">
          <ac:chgData name="Francesca Mnenula" userId="2629b304-52da-4210-930b-d3f1908aad43" providerId="ADAL" clId="{426D7C83-2A42-4F54-8933-6EDAA5039383}" dt="2025-09-28T13:29:29.827" v="5548"/>
          <ac:spMkLst>
            <pc:docMk/>
            <pc:sldMk cId="2264170251" sldId="371"/>
            <ac:spMk id="3" creationId="{71EE9548-C12A-97F3-5F57-170E4F1AF0D9}"/>
          </ac:spMkLst>
        </pc:spChg>
      </pc:sldChg>
      <pc:sldChg chg="addSp delSp modSp new mod modClrScheme chgLayout">
        <pc:chgData name="Francesca Mnenula" userId="2629b304-52da-4210-930b-d3f1908aad43" providerId="ADAL" clId="{426D7C83-2A42-4F54-8933-6EDAA5039383}" dt="2025-10-03T17:30:53.642" v="9593" actId="20577"/>
        <pc:sldMkLst>
          <pc:docMk/>
          <pc:sldMk cId="481072177" sldId="372"/>
        </pc:sldMkLst>
        <pc:spChg chg="add mod ord">
          <ac:chgData name="Francesca Mnenula" userId="2629b304-52da-4210-930b-d3f1908aad43" providerId="ADAL" clId="{426D7C83-2A42-4F54-8933-6EDAA5039383}" dt="2025-09-28T13:08:58.828" v="5351" actId="1076"/>
          <ac:spMkLst>
            <pc:docMk/>
            <pc:sldMk cId="481072177" sldId="372"/>
            <ac:spMk id="4" creationId="{BEEBED72-CB03-D732-70C4-EDFB1075A9EF}"/>
          </ac:spMkLst>
        </pc:spChg>
        <pc:spChg chg="add mod">
          <ac:chgData name="Francesca Mnenula" userId="2629b304-52da-4210-930b-d3f1908aad43" providerId="ADAL" clId="{426D7C83-2A42-4F54-8933-6EDAA5039383}" dt="2025-09-28T13:09:56.910" v="5370" actId="1038"/>
          <ac:spMkLst>
            <pc:docMk/>
            <pc:sldMk cId="481072177" sldId="372"/>
            <ac:spMk id="12" creationId="{794C0BAE-A003-126B-7B09-BFB70D525D53}"/>
          </ac:spMkLst>
        </pc:spChg>
        <pc:spChg chg="add mod">
          <ac:chgData name="Francesca Mnenula" userId="2629b304-52da-4210-930b-d3f1908aad43" providerId="ADAL" clId="{426D7C83-2A42-4F54-8933-6EDAA5039383}" dt="2025-09-28T13:06:41.357" v="5315" actId="26606"/>
          <ac:spMkLst>
            <pc:docMk/>
            <pc:sldMk cId="481072177" sldId="372"/>
            <ac:spMk id="18" creationId="{E2EDD6A0-9C76-1AD9-1403-7BDF1161BF46}"/>
          </ac:spMkLst>
        </pc:spChg>
        <pc:graphicFrameChg chg="add mod modGraphic">
          <ac:chgData name="Francesca Mnenula" userId="2629b304-52da-4210-930b-d3f1908aad43" providerId="ADAL" clId="{426D7C83-2A42-4F54-8933-6EDAA5039383}" dt="2025-10-03T17:30:53.642" v="9593" actId="20577"/>
          <ac:graphicFrameMkLst>
            <pc:docMk/>
            <pc:sldMk cId="481072177" sldId="372"/>
            <ac:graphicFrameMk id="10" creationId="{5F503BF8-8B30-8AB0-CF1C-726CA29C924B}"/>
          </ac:graphicFrameMkLst>
        </pc:graphicFrameChg>
      </pc:sldChg>
      <pc:sldChg chg="addSp delSp modSp add mod modAnim modNotesTx">
        <pc:chgData name="Francesca Mnenula" userId="2629b304-52da-4210-930b-d3f1908aad43" providerId="ADAL" clId="{426D7C83-2A42-4F54-8933-6EDAA5039383}" dt="2025-10-03T17:50:09.987" v="10486" actId="478"/>
        <pc:sldMkLst>
          <pc:docMk/>
          <pc:sldMk cId="3955636510" sldId="373"/>
        </pc:sldMkLst>
        <pc:spChg chg="mod">
          <ac:chgData name="Francesca Mnenula" userId="2629b304-52da-4210-930b-d3f1908aad43" providerId="ADAL" clId="{426D7C83-2A42-4F54-8933-6EDAA5039383}" dt="2025-09-28T13:40:14.297" v="5659" actId="20577"/>
          <ac:spMkLst>
            <pc:docMk/>
            <pc:sldMk cId="3955636510" sldId="373"/>
            <ac:spMk id="2" creationId="{773101A0-E910-104B-CBEC-0F778F9251C6}"/>
          </ac:spMkLst>
        </pc:spChg>
        <pc:spChg chg="mod">
          <ac:chgData name="Francesca Mnenula" userId="2629b304-52da-4210-930b-d3f1908aad43" providerId="ADAL" clId="{426D7C83-2A42-4F54-8933-6EDAA5039383}" dt="2025-09-28T13:40:24.637" v="5681" actId="20577"/>
          <ac:spMkLst>
            <pc:docMk/>
            <pc:sldMk cId="3955636510" sldId="373"/>
            <ac:spMk id="3" creationId="{EC6777F4-65FA-948D-652B-64B429880CEC}"/>
          </ac:spMkLst>
        </pc:spChg>
        <pc:spChg chg="mod">
          <ac:chgData name="Francesca Mnenula" userId="2629b304-52da-4210-930b-d3f1908aad43" providerId="ADAL" clId="{426D7C83-2A42-4F54-8933-6EDAA5039383}" dt="2025-10-01T17:35:11.435" v="5867" actId="14100"/>
          <ac:spMkLst>
            <pc:docMk/>
            <pc:sldMk cId="3955636510" sldId="373"/>
            <ac:spMk id="16" creationId="{BB3235EB-2273-C552-98F2-90A6371221CE}"/>
          </ac:spMkLst>
        </pc:spChg>
        <pc:spChg chg="mod">
          <ac:chgData name="Francesca Mnenula" userId="2629b304-52da-4210-930b-d3f1908aad43" providerId="ADAL" clId="{426D7C83-2A42-4F54-8933-6EDAA5039383}" dt="2025-10-01T17:51:14.121" v="6130" actId="255"/>
          <ac:spMkLst>
            <pc:docMk/>
            <pc:sldMk cId="3955636510" sldId="373"/>
            <ac:spMk id="19" creationId="{5BB0DA1C-2905-8B11-5FC0-C290EFE5ACA2}"/>
          </ac:spMkLst>
        </pc:spChg>
        <pc:spChg chg="del mod">
          <ac:chgData name="Francesca Mnenula" userId="2629b304-52da-4210-930b-d3f1908aad43" providerId="ADAL" clId="{426D7C83-2A42-4F54-8933-6EDAA5039383}" dt="2025-10-03T17:50:06.645" v="10484" actId="478"/>
          <ac:spMkLst>
            <pc:docMk/>
            <pc:sldMk cId="3955636510" sldId="373"/>
            <ac:spMk id="21" creationId="{7FCF3EF9-3336-FE23-EE35-E694C4028083}"/>
          </ac:spMkLst>
        </pc:spChg>
        <pc:spChg chg="add del mod">
          <ac:chgData name="Francesca Mnenula" userId="2629b304-52da-4210-930b-d3f1908aad43" providerId="ADAL" clId="{426D7C83-2A42-4F54-8933-6EDAA5039383}" dt="2025-10-02T03:48:34.772" v="9130" actId="931"/>
          <ac:spMkLst>
            <pc:docMk/>
            <pc:sldMk cId="3955636510" sldId="373"/>
            <ac:spMk id="27" creationId="{F88390CF-19AD-CC5B-7F00-0552AAFC7BF2}"/>
          </ac:spMkLst>
        </pc:spChg>
        <pc:spChg chg="add mod">
          <ac:chgData name="Francesca Mnenula" userId="2629b304-52da-4210-930b-d3f1908aad43" providerId="ADAL" clId="{426D7C83-2A42-4F54-8933-6EDAA5039383}" dt="2025-10-02T05:30:25.775" v="9534" actId="1076"/>
          <ac:spMkLst>
            <pc:docMk/>
            <pc:sldMk cId="3955636510" sldId="373"/>
            <ac:spMk id="30" creationId="{8FE3FAB4-E26A-4B8C-6D19-118554A5B6BB}"/>
          </ac:spMkLst>
        </pc:spChg>
        <pc:spChg chg="add mod">
          <ac:chgData name="Francesca Mnenula" userId="2629b304-52da-4210-930b-d3f1908aad43" providerId="ADAL" clId="{426D7C83-2A42-4F54-8933-6EDAA5039383}" dt="2025-10-03T17:49:28.125" v="10481" actId="1076"/>
          <ac:spMkLst>
            <pc:docMk/>
            <pc:sldMk cId="3955636510" sldId="373"/>
            <ac:spMk id="31" creationId="{FD051C65-F68A-CF69-CCB6-87CE9C13DF87}"/>
          </ac:spMkLst>
        </pc:spChg>
        <pc:picChg chg="add mod">
          <ac:chgData name="Francesca Mnenula" userId="2629b304-52da-4210-930b-d3f1908aad43" providerId="ADAL" clId="{426D7C83-2A42-4F54-8933-6EDAA5039383}" dt="2025-10-02T05:30:11.201" v="9533" actId="1076"/>
          <ac:picMkLst>
            <pc:docMk/>
            <pc:sldMk cId="3955636510" sldId="373"/>
            <ac:picMk id="10" creationId="{EFACD2BF-535F-643A-0082-017D6E9DAABF}"/>
          </ac:picMkLst>
        </pc:picChg>
        <pc:picChg chg="add mod">
          <ac:chgData name="Francesca Mnenula" userId="2629b304-52da-4210-930b-d3f1908aad43" providerId="ADAL" clId="{426D7C83-2A42-4F54-8933-6EDAA5039383}" dt="2025-10-01T17:37:10.701" v="5893" actId="14100"/>
          <ac:picMkLst>
            <pc:docMk/>
            <pc:sldMk cId="3955636510" sldId="373"/>
            <ac:picMk id="25" creationId="{8351E754-44B1-CB72-620A-D025EC6EB990}"/>
          </ac:picMkLst>
        </pc:picChg>
        <pc:picChg chg="add mod">
          <ac:chgData name="Francesca Mnenula" userId="2629b304-52da-4210-930b-d3f1908aad43" providerId="ADAL" clId="{426D7C83-2A42-4F54-8933-6EDAA5039383}" dt="2025-10-02T03:48:44.219" v="9135" actId="1076"/>
          <ac:picMkLst>
            <pc:docMk/>
            <pc:sldMk cId="3955636510" sldId="373"/>
            <ac:picMk id="29" creationId="{F9C8B761-15CD-0C56-8298-5235B4110F2E}"/>
          </ac:picMkLst>
        </pc:picChg>
        <pc:cxnChg chg="del">
          <ac:chgData name="Francesca Mnenula" userId="2629b304-52da-4210-930b-d3f1908aad43" providerId="ADAL" clId="{426D7C83-2A42-4F54-8933-6EDAA5039383}" dt="2025-10-03T17:50:09.987" v="10486" actId="478"/>
          <ac:cxnSpMkLst>
            <pc:docMk/>
            <pc:sldMk cId="3955636510" sldId="373"/>
            <ac:cxnSpMk id="8" creationId="{37A603A6-E761-7D40-5880-A97AE715CBAD}"/>
          </ac:cxnSpMkLst>
        </pc:cxnChg>
        <pc:cxnChg chg="del">
          <ac:chgData name="Francesca Mnenula" userId="2629b304-52da-4210-930b-d3f1908aad43" providerId="ADAL" clId="{426D7C83-2A42-4F54-8933-6EDAA5039383}" dt="2025-10-03T17:50:08.166" v="10485" actId="478"/>
          <ac:cxnSpMkLst>
            <pc:docMk/>
            <pc:sldMk cId="3955636510" sldId="373"/>
            <ac:cxnSpMk id="20" creationId="{FE7562FF-5B1B-6686-7C8A-32D143B1A8CC}"/>
          </ac:cxnSpMkLst>
        </pc:cxnChg>
        <pc:cxnChg chg="add del mod">
          <ac:chgData name="Francesca Mnenula" userId="2629b304-52da-4210-930b-d3f1908aad43" providerId="ADAL" clId="{426D7C83-2A42-4F54-8933-6EDAA5039383}" dt="2025-10-03T17:49:52.146" v="10483" actId="478"/>
          <ac:cxnSpMkLst>
            <pc:docMk/>
            <pc:sldMk cId="3955636510" sldId="373"/>
            <ac:cxnSpMk id="33" creationId="{3BB43428-7A0B-A0EE-DF4D-45E0657A0D65}"/>
          </ac:cxnSpMkLst>
        </pc:cxnChg>
        <pc:cxnChg chg="add del mod">
          <ac:chgData name="Francesca Mnenula" userId="2629b304-52da-4210-930b-d3f1908aad43" providerId="ADAL" clId="{426D7C83-2A42-4F54-8933-6EDAA5039383}" dt="2025-10-03T17:49:49.941" v="10482" actId="478"/>
          <ac:cxnSpMkLst>
            <pc:docMk/>
            <pc:sldMk cId="3955636510" sldId="373"/>
            <ac:cxnSpMk id="34" creationId="{2DF9882D-7DE3-21C1-1468-AB07B1B3535C}"/>
          </ac:cxnSpMkLst>
        </pc:cxnChg>
      </pc:sldChg>
      <pc:sldChg chg="addSp delSp modSp new mod chgLayout">
        <pc:chgData name="Francesca Mnenula" userId="2629b304-52da-4210-930b-d3f1908aad43" providerId="ADAL" clId="{426D7C83-2A42-4F54-8933-6EDAA5039383}" dt="2025-10-03T17:50:19.066" v="10487" actId="1076"/>
        <pc:sldMkLst>
          <pc:docMk/>
          <pc:sldMk cId="2142930851" sldId="374"/>
        </pc:sldMkLst>
        <pc:spChg chg="mod ord">
          <ac:chgData name="Francesca Mnenula" userId="2629b304-52da-4210-930b-d3f1908aad43" providerId="ADAL" clId="{426D7C83-2A42-4F54-8933-6EDAA5039383}" dt="2025-10-01T17:38:46.331" v="5929" actId="700"/>
          <ac:spMkLst>
            <pc:docMk/>
            <pc:sldMk cId="2142930851" sldId="374"/>
            <ac:spMk id="9" creationId="{CC441F6B-32A8-6B7C-B0B8-490DB018033B}"/>
          </ac:spMkLst>
        </pc:spChg>
        <pc:spChg chg="add mod ord">
          <ac:chgData name="Francesca Mnenula" userId="2629b304-52da-4210-930b-d3f1908aad43" providerId="ADAL" clId="{426D7C83-2A42-4F54-8933-6EDAA5039383}" dt="2025-10-01T17:47:43.121" v="6001" actId="27636"/>
          <ac:spMkLst>
            <pc:docMk/>
            <pc:sldMk cId="2142930851" sldId="374"/>
            <ac:spMk id="10" creationId="{08E9E560-1A1E-2956-ECFE-B27F99AAD4B9}"/>
          </ac:spMkLst>
        </pc:spChg>
        <pc:spChg chg="add mod ord">
          <ac:chgData name="Francesca Mnenula" userId="2629b304-52da-4210-930b-d3f1908aad43" providerId="ADAL" clId="{426D7C83-2A42-4F54-8933-6EDAA5039383}" dt="2025-10-03T17:50:19.066" v="10487" actId="1076"/>
          <ac:spMkLst>
            <pc:docMk/>
            <pc:sldMk cId="2142930851" sldId="374"/>
            <ac:spMk id="11" creationId="{FBA0EECA-BB13-953A-8AA0-72033061423A}"/>
          </ac:spMkLst>
        </pc:spChg>
        <pc:spChg chg="add mod">
          <ac:chgData name="Francesca Mnenula" userId="2629b304-52da-4210-930b-d3f1908aad43" providerId="ADAL" clId="{426D7C83-2A42-4F54-8933-6EDAA5039383}" dt="2025-10-01T17:51:06.089" v="6129" actId="255"/>
          <ac:spMkLst>
            <pc:docMk/>
            <pc:sldMk cId="2142930851" sldId="374"/>
            <ac:spMk id="24" creationId="{ABFEE316-23DE-52EB-DC2C-BC8B934B1FD8}"/>
          </ac:spMkLst>
        </pc:spChg>
        <pc:picChg chg="add mod">
          <ac:chgData name="Francesca Mnenula" userId="2629b304-52da-4210-930b-d3f1908aad43" providerId="ADAL" clId="{426D7C83-2A42-4F54-8933-6EDAA5039383}" dt="2025-10-01T17:47:55.185" v="6003" actId="1076"/>
          <ac:picMkLst>
            <pc:docMk/>
            <pc:sldMk cId="2142930851" sldId="374"/>
            <ac:picMk id="14" creationId="{E7030246-DE15-23F4-BDC0-24DA0D4DB008}"/>
          </ac:picMkLst>
        </pc:picChg>
        <pc:picChg chg="add mod">
          <ac:chgData name="Francesca Mnenula" userId="2629b304-52da-4210-930b-d3f1908aad43" providerId="ADAL" clId="{426D7C83-2A42-4F54-8933-6EDAA5039383}" dt="2025-10-01T17:48:16.955" v="6008" actId="1076"/>
          <ac:picMkLst>
            <pc:docMk/>
            <pc:sldMk cId="2142930851" sldId="374"/>
            <ac:picMk id="16" creationId="{E9E61866-9A9A-5CE0-E951-E0A2FDB43405}"/>
          </ac:picMkLst>
        </pc:picChg>
        <pc:picChg chg="add mod">
          <ac:chgData name="Francesca Mnenula" userId="2629b304-52da-4210-930b-d3f1908aad43" providerId="ADAL" clId="{426D7C83-2A42-4F54-8933-6EDAA5039383}" dt="2025-10-01T17:48:20.650" v="6009" actId="14100"/>
          <ac:picMkLst>
            <pc:docMk/>
            <pc:sldMk cId="2142930851" sldId="374"/>
            <ac:picMk id="18" creationId="{33CDD9D7-5E32-167F-8089-4D6AB68D36F0}"/>
          </ac:picMkLst>
        </pc:picChg>
        <pc:picChg chg="add mod">
          <ac:chgData name="Francesca Mnenula" userId="2629b304-52da-4210-930b-d3f1908aad43" providerId="ADAL" clId="{426D7C83-2A42-4F54-8933-6EDAA5039383}" dt="2025-10-01T17:49:09.373" v="6015" actId="14100"/>
          <ac:picMkLst>
            <pc:docMk/>
            <pc:sldMk cId="2142930851" sldId="374"/>
            <ac:picMk id="22" creationId="{6FCFAFF4-DAF3-1F0F-B656-74DEC0041C2D}"/>
          </ac:picMkLst>
        </pc:picChg>
      </pc:sldChg>
      <pc:sldChg chg="addSp delSp modSp add mod delAnim">
        <pc:chgData name="Francesca Mnenula" userId="2629b304-52da-4210-930b-d3f1908aad43" providerId="ADAL" clId="{426D7C83-2A42-4F54-8933-6EDAA5039383}" dt="2025-10-03T17:48:12.783" v="10476" actId="478"/>
        <pc:sldMkLst>
          <pc:docMk/>
          <pc:sldMk cId="719159247" sldId="375"/>
        </pc:sldMkLst>
        <pc:spChg chg="del mod">
          <ac:chgData name="Francesca Mnenula" userId="2629b304-52da-4210-930b-d3f1908aad43" providerId="ADAL" clId="{426D7C83-2A42-4F54-8933-6EDAA5039383}" dt="2025-10-03T17:46:50.538" v="10463" actId="478"/>
          <ac:spMkLst>
            <pc:docMk/>
            <pc:sldMk cId="719159247" sldId="375"/>
            <ac:spMk id="4" creationId="{6711C321-D45E-2AA7-FCC5-3B803232036E}"/>
          </ac:spMkLst>
        </pc:spChg>
        <pc:spChg chg="add del mod">
          <ac:chgData name="Francesca Mnenula" userId="2629b304-52da-4210-930b-d3f1908aad43" providerId="ADAL" clId="{426D7C83-2A42-4F54-8933-6EDAA5039383}" dt="2025-10-03T17:46:53.487" v="10464" actId="478"/>
          <ac:spMkLst>
            <pc:docMk/>
            <pc:sldMk cId="719159247" sldId="375"/>
            <ac:spMk id="7" creationId="{0D434FAB-6313-DF89-83E5-AC0B599C1219}"/>
          </ac:spMkLst>
        </pc:spChg>
        <pc:spChg chg="mod">
          <ac:chgData name="Francesca Mnenula" userId="2629b304-52da-4210-930b-d3f1908aad43" providerId="ADAL" clId="{426D7C83-2A42-4F54-8933-6EDAA5039383}" dt="2025-10-03T17:46:03.273" v="10454" actId="14100"/>
          <ac:spMkLst>
            <pc:docMk/>
            <pc:sldMk cId="719159247" sldId="375"/>
            <ac:spMk id="18" creationId="{F14B9C75-2EBD-7015-ECE3-49C7E9C33881}"/>
          </ac:spMkLst>
        </pc:spChg>
        <pc:spChg chg="mod">
          <ac:chgData name="Francesca Mnenula" userId="2629b304-52da-4210-930b-d3f1908aad43" providerId="ADAL" clId="{426D7C83-2A42-4F54-8933-6EDAA5039383}" dt="2025-10-03T17:46:32.806" v="10458" actId="1076"/>
          <ac:spMkLst>
            <pc:docMk/>
            <pc:sldMk cId="719159247" sldId="375"/>
            <ac:spMk id="21" creationId="{F8B34C34-1F31-5484-1092-703F1260E0FC}"/>
          </ac:spMkLst>
        </pc:spChg>
        <pc:picChg chg="mod">
          <ac:chgData name="Francesca Mnenula" userId="2629b304-52da-4210-930b-d3f1908aad43" providerId="ADAL" clId="{426D7C83-2A42-4F54-8933-6EDAA5039383}" dt="2025-10-03T17:46:10.921" v="10456" actId="14100"/>
          <ac:picMkLst>
            <pc:docMk/>
            <pc:sldMk cId="719159247" sldId="375"/>
            <ac:picMk id="10" creationId="{2EDD2091-6692-3F96-2231-7323E73AD1BB}"/>
          </ac:picMkLst>
        </pc:picChg>
        <pc:picChg chg="del">
          <ac:chgData name="Francesca Mnenula" userId="2629b304-52da-4210-930b-d3f1908aad43" providerId="ADAL" clId="{426D7C83-2A42-4F54-8933-6EDAA5039383}" dt="2025-10-03T17:42:59.609" v="10392" actId="478"/>
          <ac:picMkLst>
            <pc:docMk/>
            <pc:sldMk cId="719159247" sldId="375"/>
            <ac:picMk id="15" creationId="{B636E27A-DE56-0FB2-6EA3-B5968986E0B6}"/>
          </ac:picMkLst>
        </pc:picChg>
        <pc:cxnChg chg="add mod">
          <ac:chgData name="Francesca Mnenula" userId="2629b304-52da-4210-930b-d3f1908aad43" providerId="ADAL" clId="{426D7C83-2A42-4F54-8933-6EDAA5039383}" dt="2025-10-03T17:46:43.523" v="10462" actId="1076"/>
          <ac:cxnSpMkLst>
            <pc:docMk/>
            <pc:sldMk cId="719159247" sldId="375"/>
            <ac:cxnSpMk id="5" creationId="{C334D99C-55CE-9065-3300-0AA670643B36}"/>
          </ac:cxnSpMkLst>
        </pc:cxnChg>
        <pc:cxnChg chg="del">
          <ac:chgData name="Francesca Mnenula" userId="2629b304-52da-4210-930b-d3f1908aad43" providerId="ADAL" clId="{426D7C83-2A42-4F54-8933-6EDAA5039383}" dt="2025-10-03T17:46:26.973" v="10457" actId="478"/>
          <ac:cxnSpMkLst>
            <pc:docMk/>
            <pc:sldMk cId="719159247" sldId="375"/>
            <ac:cxnSpMk id="8" creationId="{B7959C88-C6D0-31B0-48A8-254FA225C746}"/>
          </ac:cxnSpMkLst>
        </pc:cxnChg>
        <pc:cxnChg chg="del">
          <ac:chgData name="Francesca Mnenula" userId="2629b304-52da-4210-930b-d3f1908aad43" providerId="ADAL" clId="{426D7C83-2A42-4F54-8933-6EDAA5039383}" dt="2025-10-03T17:48:12.783" v="10476" actId="478"/>
          <ac:cxnSpMkLst>
            <pc:docMk/>
            <pc:sldMk cId="719159247" sldId="375"/>
            <ac:cxnSpMk id="14" creationId="{AF208DFA-DA42-F185-7699-D3EE40FAD592}"/>
          </ac:cxnSpMkLst>
        </pc:cxnChg>
        <pc:cxnChg chg="del mod">
          <ac:chgData name="Francesca Mnenula" userId="2629b304-52da-4210-930b-d3f1908aad43" providerId="ADAL" clId="{426D7C83-2A42-4F54-8933-6EDAA5039383}" dt="2025-10-03T17:46:37.251" v="10460" actId="21"/>
          <ac:cxnSpMkLst>
            <pc:docMk/>
            <pc:sldMk cId="719159247" sldId="375"/>
            <ac:cxnSpMk id="20" creationId="{C334D99C-55CE-9065-3300-0AA670643B36}"/>
          </ac:cxnSpMkLst>
        </pc:cxnChg>
        <pc:cxnChg chg="del">
          <ac:chgData name="Francesca Mnenula" userId="2629b304-52da-4210-930b-d3f1908aad43" providerId="ADAL" clId="{426D7C83-2A42-4F54-8933-6EDAA5039383}" dt="2025-10-03T17:43:02.135" v="10393" actId="478"/>
          <ac:cxnSpMkLst>
            <pc:docMk/>
            <pc:sldMk cId="719159247" sldId="375"/>
            <ac:cxnSpMk id="22" creationId="{7CB4693F-9D62-7A2C-674C-D5A62EF9CA42}"/>
          </ac:cxnSpMkLst>
        </pc:cxnChg>
      </pc:sldChg>
      <pc:sldChg chg="add del ord modNotesTx">
        <pc:chgData name="Francesca Mnenula" userId="2629b304-52da-4210-930b-d3f1908aad43" providerId="ADAL" clId="{426D7C83-2A42-4F54-8933-6EDAA5039383}" dt="2025-10-02T03:50:56.179" v="9138" actId="2696"/>
        <pc:sldMkLst>
          <pc:docMk/>
          <pc:sldMk cId="961439376" sldId="375"/>
        </pc:sldMkLst>
      </pc:sldChg>
      <pc:sldChg chg="addSp delSp modSp add mod modAnim">
        <pc:chgData name="Francesca Mnenula" userId="2629b304-52da-4210-930b-d3f1908aad43" providerId="ADAL" clId="{426D7C83-2A42-4F54-8933-6EDAA5039383}" dt="2025-10-03T17:48:56.021" v="10480" actId="14100"/>
        <pc:sldMkLst>
          <pc:docMk/>
          <pc:sldMk cId="2270246035" sldId="376"/>
        </pc:sldMkLst>
        <pc:spChg chg="add mod">
          <ac:chgData name="Francesca Mnenula" userId="2629b304-52da-4210-930b-d3f1908aad43" providerId="ADAL" clId="{426D7C83-2A42-4F54-8933-6EDAA5039383}" dt="2025-10-03T17:47:23.966" v="10466" actId="478"/>
          <ac:spMkLst>
            <pc:docMk/>
            <pc:sldMk cId="2270246035" sldId="376"/>
            <ac:spMk id="6" creationId="{D9D900E9-2A62-5AE9-28CA-48052BFD4676}"/>
          </ac:spMkLst>
        </pc:spChg>
        <pc:spChg chg="del">
          <ac:chgData name="Francesca Mnenula" userId="2629b304-52da-4210-930b-d3f1908aad43" providerId="ADAL" clId="{426D7C83-2A42-4F54-8933-6EDAA5039383}" dt="2025-10-03T17:47:55.360" v="10473" actId="478"/>
          <ac:spMkLst>
            <pc:docMk/>
            <pc:sldMk cId="2270246035" sldId="376"/>
            <ac:spMk id="21" creationId="{B21464D1-67D9-9F52-9A1E-B285C3C6524E}"/>
          </ac:spMkLst>
        </pc:spChg>
        <pc:picChg chg="add mod">
          <ac:chgData name="Francesca Mnenula" userId="2629b304-52da-4210-930b-d3f1908aad43" providerId="ADAL" clId="{426D7C83-2A42-4F54-8933-6EDAA5039383}" dt="2025-10-03T17:47:35.417" v="10470" actId="14100"/>
          <ac:picMkLst>
            <pc:docMk/>
            <pc:sldMk cId="2270246035" sldId="376"/>
            <ac:picMk id="7" creationId="{19002BDF-4D4F-EDBD-3625-9320B5C059FC}"/>
          </ac:picMkLst>
        </pc:picChg>
        <pc:picChg chg="del">
          <ac:chgData name="Francesca Mnenula" userId="2629b304-52da-4210-930b-d3f1908aad43" providerId="ADAL" clId="{426D7C83-2A42-4F54-8933-6EDAA5039383}" dt="2025-10-03T17:47:23.966" v="10466" actId="478"/>
          <ac:picMkLst>
            <pc:docMk/>
            <pc:sldMk cId="2270246035" sldId="376"/>
            <ac:picMk id="10" creationId="{342A483D-6E68-69DB-9A0E-3F54C8DFABE7}"/>
          </ac:picMkLst>
        </pc:picChg>
        <pc:cxnChg chg="del">
          <ac:chgData name="Francesca Mnenula" userId="2629b304-52da-4210-930b-d3f1908aad43" providerId="ADAL" clId="{426D7C83-2A42-4F54-8933-6EDAA5039383}" dt="2025-10-03T17:47:57.306" v="10474" actId="478"/>
          <ac:cxnSpMkLst>
            <pc:docMk/>
            <pc:sldMk cId="2270246035" sldId="376"/>
            <ac:cxnSpMk id="5" creationId="{D4CE9157-075A-4409-54F6-F0219E71C730}"/>
          </ac:cxnSpMkLst>
        </pc:cxnChg>
        <pc:cxnChg chg="add mod">
          <ac:chgData name="Francesca Mnenula" userId="2629b304-52da-4210-930b-d3f1908aad43" providerId="ADAL" clId="{426D7C83-2A42-4F54-8933-6EDAA5039383}" dt="2025-10-03T17:48:56.021" v="10480" actId="14100"/>
          <ac:cxnSpMkLst>
            <pc:docMk/>
            <pc:sldMk cId="2270246035" sldId="376"/>
            <ac:cxnSpMk id="8" creationId="{6C65002E-FB5A-732E-6C45-BF6659D6A3AC}"/>
          </ac:cxnSpMkLst>
        </pc:cxn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352E01-ABD8-4AA1-8A23-79CBEF19A9B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2E3B21D-1303-4E01-8292-72A2FFD8BE1E}">
      <dgm:prSet/>
      <dgm:spPr/>
      <dgm:t>
        <a:bodyPr/>
        <a:lstStyle/>
        <a:p>
          <a:pPr>
            <a:lnSpc>
              <a:spcPct val="100000"/>
            </a:lnSpc>
          </a:pPr>
          <a:r>
            <a:rPr lang="en-GB" dirty="0">
              <a:solidFill>
                <a:schemeClr val="bg1"/>
              </a:solidFill>
            </a:rPr>
            <a:t>Data Science major under the MCDSS department at St. Lawrence University</a:t>
          </a:r>
          <a:endParaRPr lang="en-US" dirty="0">
            <a:solidFill>
              <a:schemeClr val="bg1"/>
            </a:solidFill>
          </a:endParaRPr>
        </a:p>
      </dgm:t>
    </dgm:pt>
    <dgm:pt modelId="{FBB81469-820B-4156-9F02-36F3F6F0AC08}" type="parTrans" cxnId="{60CF3F75-3624-47CC-AD9E-8CD3BDF00476}">
      <dgm:prSet/>
      <dgm:spPr/>
      <dgm:t>
        <a:bodyPr/>
        <a:lstStyle/>
        <a:p>
          <a:endParaRPr lang="en-US"/>
        </a:p>
      </dgm:t>
    </dgm:pt>
    <dgm:pt modelId="{C4355414-9C4A-4141-A9FB-E9A66979C6EE}" type="sibTrans" cxnId="{60CF3F75-3624-47CC-AD9E-8CD3BDF00476}">
      <dgm:prSet/>
      <dgm:spPr/>
      <dgm:t>
        <a:bodyPr/>
        <a:lstStyle/>
        <a:p>
          <a:endParaRPr lang="en-US"/>
        </a:p>
      </dgm:t>
    </dgm:pt>
    <dgm:pt modelId="{AC4F5D84-D42F-452D-B133-44176C3312F1}">
      <dgm:prSet/>
      <dgm:spPr/>
      <dgm:t>
        <a:bodyPr/>
        <a:lstStyle/>
        <a:p>
          <a:pPr>
            <a:lnSpc>
              <a:spcPct val="100000"/>
            </a:lnSpc>
          </a:pPr>
          <a:r>
            <a:rPr lang="en-GB" dirty="0">
              <a:solidFill>
                <a:schemeClr val="bg1"/>
              </a:solidFill>
            </a:rPr>
            <a:t>Week 5 of an approximately 30-week Senior Year Project for the Data Science major</a:t>
          </a:r>
          <a:endParaRPr lang="en-US" dirty="0">
            <a:solidFill>
              <a:schemeClr val="bg1"/>
            </a:solidFill>
          </a:endParaRPr>
        </a:p>
      </dgm:t>
    </dgm:pt>
    <dgm:pt modelId="{E2B72A56-A2DD-4267-988F-0FD05DF04B27}" type="parTrans" cxnId="{FE7A74F9-E2C6-40A6-914D-C6DAB16AA27D}">
      <dgm:prSet/>
      <dgm:spPr/>
      <dgm:t>
        <a:bodyPr/>
        <a:lstStyle/>
        <a:p>
          <a:endParaRPr lang="en-US"/>
        </a:p>
      </dgm:t>
    </dgm:pt>
    <dgm:pt modelId="{EDD8464D-D3C9-4352-832B-50CCC4724101}" type="sibTrans" cxnId="{FE7A74F9-E2C6-40A6-914D-C6DAB16AA27D}">
      <dgm:prSet/>
      <dgm:spPr/>
      <dgm:t>
        <a:bodyPr/>
        <a:lstStyle/>
        <a:p>
          <a:endParaRPr lang="en-US"/>
        </a:p>
      </dgm:t>
    </dgm:pt>
    <dgm:pt modelId="{4DB52FFA-33E6-4385-B136-79BCF1B833E7}">
      <dgm:prSet/>
      <dgm:spPr/>
      <dgm:t>
        <a:bodyPr/>
        <a:lstStyle/>
        <a:p>
          <a:pPr>
            <a:lnSpc>
              <a:spcPct val="100000"/>
            </a:lnSpc>
          </a:pPr>
          <a:r>
            <a:rPr lang="en-GB" dirty="0">
              <a:solidFill>
                <a:schemeClr val="bg1"/>
              </a:solidFill>
            </a:rPr>
            <a:t>Working under guidance of Dr. Ramler</a:t>
          </a:r>
          <a:endParaRPr lang="en-US" dirty="0">
            <a:solidFill>
              <a:schemeClr val="bg1"/>
            </a:solidFill>
          </a:endParaRPr>
        </a:p>
      </dgm:t>
    </dgm:pt>
    <dgm:pt modelId="{0A335379-00FC-4CE9-B872-1220F248A1CC}" type="parTrans" cxnId="{E3577D6C-4AA4-4079-B88A-6234B7B5021D}">
      <dgm:prSet/>
      <dgm:spPr/>
      <dgm:t>
        <a:bodyPr/>
        <a:lstStyle/>
        <a:p>
          <a:endParaRPr lang="en-US"/>
        </a:p>
      </dgm:t>
    </dgm:pt>
    <dgm:pt modelId="{B27B26B8-8ADF-4AC2-A199-7E86E22B7155}" type="sibTrans" cxnId="{E3577D6C-4AA4-4079-B88A-6234B7B5021D}">
      <dgm:prSet/>
      <dgm:spPr/>
      <dgm:t>
        <a:bodyPr/>
        <a:lstStyle/>
        <a:p>
          <a:endParaRPr lang="en-US"/>
        </a:p>
      </dgm:t>
    </dgm:pt>
    <dgm:pt modelId="{4E27B1B1-97D7-42C9-9482-E9BF68962888}">
      <dgm:prSet/>
      <dgm:spPr/>
      <dgm:t>
        <a:bodyPr/>
        <a:lstStyle/>
        <a:p>
          <a:pPr>
            <a:lnSpc>
              <a:spcPct val="100000"/>
            </a:lnSpc>
          </a:pPr>
          <a:r>
            <a:rPr lang="en-GB" dirty="0">
              <a:solidFill>
                <a:schemeClr val="bg1"/>
              </a:solidFill>
            </a:rPr>
            <a:t>Exploring the interconnectedness of data science in environmental studies</a:t>
          </a:r>
          <a:endParaRPr lang="en-US" dirty="0">
            <a:solidFill>
              <a:schemeClr val="bg1"/>
            </a:solidFill>
          </a:endParaRPr>
        </a:p>
      </dgm:t>
    </dgm:pt>
    <dgm:pt modelId="{644874EF-DB3E-4692-9C03-FF88F1BE6D24}" type="parTrans" cxnId="{9C832986-1CC8-44C2-80DC-1045A5B23899}">
      <dgm:prSet/>
      <dgm:spPr/>
      <dgm:t>
        <a:bodyPr/>
        <a:lstStyle/>
        <a:p>
          <a:endParaRPr lang="en-US"/>
        </a:p>
      </dgm:t>
    </dgm:pt>
    <dgm:pt modelId="{AAD4312A-230F-4010-B699-C2909CC961C9}" type="sibTrans" cxnId="{9C832986-1CC8-44C2-80DC-1045A5B23899}">
      <dgm:prSet/>
      <dgm:spPr/>
      <dgm:t>
        <a:bodyPr/>
        <a:lstStyle/>
        <a:p>
          <a:endParaRPr lang="en-US"/>
        </a:p>
      </dgm:t>
    </dgm:pt>
    <dgm:pt modelId="{434E079D-90D7-43C7-BAA0-C0E5B012D586}" type="pres">
      <dgm:prSet presAssocID="{F3352E01-ABD8-4AA1-8A23-79CBEF19A9B2}" presName="root" presStyleCnt="0">
        <dgm:presLayoutVars>
          <dgm:dir/>
          <dgm:resizeHandles val="exact"/>
        </dgm:presLayoutVars>
      </dgm:prSet>
      <dgm:spPr/>
    </dgm:pt>
    <dgm:pt modelId="{6978E141-895B-4FB3-896E-BA2B0BF4F123}" type="pres">
      <dgm:prSet presAssocID="{82E3B21D-1303-4E01-8292-72A2FFD8BE1E}" presName="compNode" presStyleCnt="0"/>
      <dgm:spPr/>
    </dgm:pt>
    <dgm:pt modelId="{8D731B50-F621-4CAE-B368-5C6EECADDFF6}" type="pres">
      <dgm:prSet presAssocID="{82E3B21D-1303-4E01-8292-72A2FFD8BE1E}" presName="bgRect" presStyleLbl="bgShp" presStyleIdx="0" presStyleCnt="4" custLinFactNeighborX="-6335" custLinFactNeighborY="-51107"/>
      <dgm:spPr/>
    </dgm:pt>
    <dgm:pt modelId="{24F63951-5836-491D-826F-69976269AC31}" type="pres">
      <dgm:prSet presAssocID="{82E3B21D-1303-4E01-8292-72A2FFD8BE1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6AE525C7-EACD-4550-875A-6971BFB44DE1}" type="pres">
      <dgm:prSet presAssocID="{82E3B21D-1303-4E01-8292-72A2FFD8BE1E}" presName="spaceRect" presStyleCnt="0"/>
      <dgm:spPr/>
    </dgm:pt>
    <dgm:pt modelId="{73EFFB4A-7648-4847-97A7-62BA650844DA}" type="pres">
      <dgm:prSet presAssocID="{82E3B21D-1303-4E01-8292-72A2FFD8BE1E}" presName="parTx" presStyleLbl="revTx" presStyleIdx="0" presStyleCnt="4">
        <dgm:presLayoutVars>
          <dgm:chMax val="0"/>
          <dgm:chPref val="0"/>
        </dgm:presLayoutVars>
      </dgm:prSet>
      <dgm:spPr/>
    </dgm:pt>
    <dgm:pt modelId="{C836F792-0A6B-47D3-8CB2-4797522BA85B}" type="pres">
      <dgm:prSet presAssocID="{C4355414-9C4A-4141-A9FB-E9A66979C6EE}" presName="sibTrans" presStyleCnt="0"/>
      <dgm:spPr/>
    </dgm:pt>
    <dgm:pt modelId="{8BFFC232-1B8F-4F9C-A0AB-D7160ABE7643}" type="pres">
      <dgm:prSet presAssocID="{AC4F5D84-D42F-452D-B133-44176C3312F1}" presName="compNode" presStyleCnt="0"/>
      <dgm:spPr/>
    </dgm:pt>
    <dgm:pt modelId="{08FAA0E3-E048-4617-84AE-508326FAEBCC}" type="pres">
      <dgm:prSet presAssocID="{AC4F5D84-D42F-452D-B133-44176C3312F1}" presName="bgRect" presStyleLbl="bgShp" presStyleIdx="1" presStyleCnt="4"/>
      <dgm:spPr/>
    </dgm:pt>
    <dgm:pt modelId="{4EFC15FA-54C1-4954-A456-7A9F0A28E63B}" type="pres">
      <dgm:prSet presAssocID="{AC4F5D84-D42F-452D-B133-44176C3312F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aduation Cap"/>
        </a:ext>
      </dgm:extLst>
    </dgm:pt>
    <dgm:pt modelId="{470CBA47-07F4-4A1B-A123-0A9C262854E0}" type="pres">
      <dgm:prSet presAssocID="{AC4F5D84-D42F-452D-B133-44176C3312F1}" presName="spaceRect" presStyleCnt="0"/>
      <dgm:spPr/>
    </dgm:pt>
    <dgm:pt modelId="{B7CA8BB4-BC41-47DC-B180-6DAAD9AB8F33}" type="pres">
      <dgm:prSet presAssocID="{AC4F5D84-D42F-452D-B133-44176C3312F1}" presName="parTx" presStyleLbl="revTx" presStyleIdx="1" presStyleCnt="4">
        <dgm:presLayoutVars>
          <dgm:chMax val="0"/>
          <dgm:chPref val="0"/>
        </dgm:presLayoutVars>
      </dgm:prSet>
      <dgm:spPr/>
    </dgm:pt>
    <dgm:pt modelId="{91EA3154-F3B6-42C1-8095-7FA13F40D55F}" type="pres">
      <dgm:prSet presAssocID="{EDD8464D-D3C9-4352-832B-50CCC4724101}" presName="sibTrans" presStyleCnt="0"/>
      <dgm:spPr/>
    </dgm:pt>
    <dgm:pt modelId="{3AE57CA9-D7EF-4008-AB1B-3746066E8BDE}" type="pres">
      <dgm:prSet presAssocID="{4DB52FFA-33E6-4385-B136-79BCF1B833E7}" presName="compNode" presStyleCnt="0"/>
      <dgm:spPr/>
    </dgm:pt>
    <dgm:pt modelId="{27BB9CC2-7DC2-4541-B88F-24C99947A2A2}" type="pres">
      <dgm:prSet presAssocID="{4DB52FFA-33E6-4385-B136-79BCF1B833E7}" presName="bgRect" presStyleLbl="bgShp" presStyleIdx="2" presStyleCnt="4"/>
      <dgm:spPr/>
    </dgm:pt>
    <dgm:pt modelId="{8DA67638-B195-4937-AA1D-6C5382ABBD1C}" type="pres">
      <dgm:prSet presAssocID="{4DB52FFA-33E6-4385-B136-79BCF1B833E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CA841C18-5819-4DF1-8BEE-4E5AA1E06CD7}" type="pres">
      <dgm:prSet presAssocID="{4DB52FFA-33E6-4385-B136-79BCF1B833E7}" presName="spaceRect" presStyleCnt="0"/>
      <dgm:spPr/>
    </dgm:pt>
    <dgm:pt modelId="{4CE5D187-540A-4031-B6EF-28F6396AA176}" type="pres">
      <dgm:prSet presAssocID="{4DB52FFA-33E6-4385-B136-79BCF1B833E7}" presName="parTx" presStyleLbl="revTx" presStyleIdx="2" presStyleCnt="4">
        <dgm:presLayoutVars>
          <dgm:chMax val="0"/>
          <dgm:chPref val="0"/>
        </dgm:presLayoutVars>
      </dgm:prSet>
      <dgm:spPr/>
    </dgm:pt>
    <dgm:pt modelId="{0446CAE4-3B4D-4DA9-87DB-C36628ED84A9}" type="pres">
      <dgm:prSet presAssocID="{B27B26B8-8ADF-4AC2-A199-7E86E22B7155}" presName="sibTrans" presStyleCnt="0"/>
      <dgm:spPr/>
    </dgm:pt>
    <dgm:pt modelId="{63C8DF4A-E164-4C0D-91B3-B2AC0C1DACB1}" type="pres">
      <dgm:prSet presAssocID="{4E27B1B1-97D7-42C9-9482-E9BF68962888}" presName="compNode" presStyleCnt="0"/>
      <dgm:spPr/>
    </dgm:pt>
    <dgm:pt modelId="{361585C2-EA32-455E-AAF3-C6499A2D7B95}" type="pres">
      <dgm:prSet presAssocID="{4E27B1B1-97D7-42C9-9482-E9BF68962888}" presName="bgRect" presStyleLbl="bgShp" presStyleIdx="3" presStyleCnt="4"/>
      <dgm:spPr/>
    </dgm:pt>
    <dgm:pt modelId="{7FDC4650-AD00-42EE-959A-A95E8F109335}" type="pres">
      <dgm:prSet presAssocID="{4E27B1B1-97D7-42C9-9482-E9BF6896288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 Bulb and Gear"/>
        </a:ext>
      </dgm:extLst>
    </dgm:pt>
    <dgm:pt modelId="{E4E7F0A4-77AA-45C3-8041-E00122631368}" type="pres">
      <dgm:prSet presAssocID="{4E27B1B1-97D7-42C9-9482-E9BF68962888}" presName="spaceRect" presStyleCnt="0"/>
      <dgm:spPr/>
    </dgm:pt>
    <dgm:pt modelId="{FCC0861C-18AD-49C6-8C53-6B42FAB38D2A}" type="pres">
      <dgm:prSet presAssocID="{4E27B1B1-97D7-42C9-9482-E9BF68962888}" presName="parTx" presStyleLbl="revTx" presStyleIdx="3" presStyleCnt="4">
        <dgm:presLayoutVars>
          <dgm:chMax val="0"/>
          <dgm:chPref val="0"/>
        </dgm:presLayoutVars>
      </dgm:prSet>
      <dgm:spPr/>
    </dgm:pt>
  </dgm:ptLst>
  <dgm:cxnLst>
    <dgm:cxn modelId="{05ED7934-6CD4-4E7D-8811-0F7484F1D8F7}" type="presOf" srcId="{F3352E01-ABD8-4AA1-8A23-79CBEF19A9B2}" destId="{434E079D-90D7-43C7-BAA0-C0E5B012D586}" srcOrd="0" destOrd="0" presId="urn:microsoft.com/office/officeart/2018/2/layout/IconVerticalSolidList"/>
    <dgm:cxn modelId="{E3577D6C-4AA4-4079-B88A-6234B7B5021D}" srcId="{F3352E01-ABD8-4AA1-8A23-79CBEF19A9B2}" destId="{4DB52FFA-33E6-4385-B136-79BCF1B833E7}" srcOrd="2" destOrd="0" parTransId="{0A335379-00FC-4CE9-B872-1220F248A1CC}" sibTransId="{B27B26B8-8ADF-4AC2-A199-7E86E22B7155}"/>
    <dgm:cxn modelId="{9F79CF52-15B5-4BAA-9F62-9DF885916525}" type="presOf" srcId="{4DB52FFA-33E6-4385-B136-79BCF1B833E7}" destId="{4CE5D187-540A-4031-B6EF-28F6396AA176}" srcOrd="0" destOrd="0" presId="urn:microsoft.com/office/officeart/2018/2/layout/IconVerticalSolidList"/>
    <dgm:cxn modelId="{60CF3F75-3624-47CC-AD9E-8CD3BDF00476}" srcId="{F3352E01-ABD8-4AA1-8A23-79CBEF19A9B2}" destId="{82E3B21D-1303-4E01-8292-72A2FFD8BE1E}" srcOrd="0" destOrd="0" parTransId="{FBB81469-820B-4156-9F02-36F3F6F0AC08}" sibTransId="{C4355414-9C4A-4141-A9FB-E9A66979C6EE}"/>
    <dgm:cxn modelId="{9C832986-1CC8-44C2-80DC-1045A5B23899}" srcId="{F3352E01-ABD8-4AA1-8A23-79CBEF19A9B2}" destId="{4E27B1B1-97D7-42C9-9482-E9BF68962888}" srcOrd="3" destOrd="0" parTransId="{644874EF-DB3E-4692-9C03-FF88F1BE6D24}" sibTransId="{AAD4312A-230F-4010-B699-C2909CC961C9}"/>
    <dgm:cxn modelId="{C3EEE08E-C670-4F3D-9940-09571500D6A0}" type="presOf" srcId="{82E3B21D-1303-4E01-8292-72A2FFD8BE1E}" destId="{73EFFB4A-7648-4847-97A7-62BA650844DA}" srcOrd="0" destOrd="0" presId="urn:microsoft.com/office/officeart/2018/2/layout/IconVerticalSolidList"/>
    <dgm:cxn modelId="{92A21BAE-57EF-4E65-8D55-348E6C1BC8CD}" type="presOf" srcId="{4E27B1B1-97D7-42C9-9482-E9BF68962888}" destId="{FCC0861C-18AD-49C6-8C53-6B42FAB38D2A}" srcOrd="0" destOrd="0" presId="urn:microsoft.com/office/officeart/2018/2/layout/IconVerticalSolidList"/>
    <dgm:cxn modelId="{20B086E8-DEFD-42C4-ADC0-876F2A70E9C1}" type="presOf" srcId="{AC4F5D84-D42F-452D-B133-44176C3312F1}" destId="{B7CA8BB4-BC41-47DC-B180-6DAAD9AB8F33}" srcOrd="0" destOrd="0" presId="urn:microsoft.com/office/officeart/2018/2/layout/IconVerticalSolidList"/>
    <dgm:cxn modelId="{FE7A74F9-E2C6-40A6-914D-C6DAB16AA27D}" srcId="{F3352E01-ABD8-4AA1-8A23-79CBEF19A9B2}" destId="{AC4F5D84-D42F-452D-B133-44176C3312F1}" srcOrd="1" destOrd="0" parTransId="{E2B72A56-A2DD-4267-988F-0FD05DF04B27}" sibTransId="{EDD8464D-D3C9-4352-832B-50CCC4724101}"/>
    <dgm:cxn modelId="{65429463-E29A-4686-9D43-10282E50C8E3}" type="presParOf" srcId="{434E079D-90D7-43C7-BAA0-C0E5B012D586}" destId="{6978E141-895B-4FB3-896E-BA2B0BF4F123}" srcOrd="0" destOrd="0" presId="urn:microsoft.com/office/officeart/2018/2/layout/IconVerticalSolidList"/>
    <dgm:cxn modelId="{282C15F1-1EE0-469D-8677-2F6502A1E9CB}" type="presParOf" srcId="{6978E141-895B-4FB3-896E-BA2B0BF4F123}" destId="{8D731B50-F621-4CAE-B368-5C6EECADDFF6}" srcOrd="0" destOrd="0" presId="urn:microsoft.com/office/officeart/2018/2/layout/IconVerticalSolidList"/>
    <dgm:cxn modelId="{078B8EDF-7BE2-4217-84A9-5121BF3FADBA}" type="presParOf" srcId="{6978E141-895B-4FB3-896E-BA2B0BF4F123}" destId="{24F63951-5836-491D-826F-69976269AC31}" srcOrd="1" destOrd="0" presId="urn:microsoft.com/office/officeart/2018/2/layout/IconVerticalSolidList"/>
    <dgm:cxn modelId="{CE2400CE-1555-42E1-B2BC-43EE5E907BD6}" type="presParOf" srcId="{6978E141-895B-4FB3-896E-BA2B0BF4F123}" destId="{6AE525C7-EACD-4550-875A-6971BFB44DE1}" srcOrd="2" destOrd="0" presId="urn:microsoft.com/office/officeart/2018/2/layout/IconVerticalSolidList"/>
    <dgm:cxn modelId="{506F5541-C3E2-4E86-AEEE-DC13B430060F}" type="presParOf" srcId="{6978E141-895B-4FB3-896E-BA2B0BF4F123}" destId="{73EFFB4A-7648-4847-97A7-62BA650844DA}" srcOrd="3" destOrd="0" presId="urn:microsoft.com/office/officeart/2018/2/layout/IconVerticalSolidList"/>
    <dgm:cxn modelId="{2F15B990-4C9D-46D6-8588-D2D6779C966E}" type="presParOf" srcId="{434E079D-90D7-43C7-BAA0-C0E5B012D586}" destId="{C836F792-0A6B-47D3-8CB2-4797522BA85B}" srcOrd="1" destOrd="0" presId="urn:microsoft.com/office/officeart/2018/2/layout/IconVerticalSolidList"/>
    <dgm:cxn modelId="{03C747F2-0DC6-40F9-92F5-C9F5D1CD1752}" type="presParOf" srcId="{434E079D-90D7-43C7-BAA0-C0E5B012D586}" destId="{8BFFC232-1B8F-4F9C-A0AB-D7160ABE7643}" srcOrd="2" destOrd="0" presId="urn:microsoft.com/office/officeart/2018/2/layout/IconVerticalSolidList"/>
    <dgm:cxn modelId="{38BF903D-7722-4EFF-9005-48F1A735A4E4}" type="presParOf" srcId="{8BFFC232-1B8F-4F9C-A0AB-D7160ABE7643}" destId="{08FAA0E3-E048-4617-84AE-508326FAEBCC}" srcOrd="0" destOrd="0" presId="urn:microsoft.com/office/officeart/2018/2/layout/IconVerticalSolidList"/>
    <dgm:cxn modelId="{B6714AE6-EB50-4A8E-AF86-A2D1BDD2E203}" type="presParOf" srcId="{8BFFC232-1B8F-4F9C-A0AB-D7160ABE7643}" destId="{4EFC15FA-54C1-4954-A456-7A9F0A28E63B}" srcOrd="1" destOrd="0" presId="urn:microsoft.com/office/officeart/2018/2/layout/IconVerticalSolidList"/>
    <dgm:cxn modelId="{399BA5BE-7F80-4C49-BDDB-408C61069D13}" type="presParOf" srcId="{8BFFC232-1B8F-4F9C-A0AB-D7160ABE7643}" destId="{470CBA47-07F4-4A1B-A123-0A9C262854E0}" srcOrd="2" destOrd="0" presId="urn:microsoft.com/office/officeart/2018/2/layout/IconVerticalSolidList"/>
    <dgm:cxn modelId="{8CC15F1E-BD73-4161-9009-3E66FA54C508}" type="presParOf" srcId="{8BFFC232-1B8F-4F9C-A0AB-D7160ABE7643}" destId="{B7CA8BB4-BC41-47DC-B180-6DAAD9AB8F33}" srcOrd="3" destOrd="0" presId="urn:microsoft.com/office/officeart/2018/2/layout/IconVerticalSolidList"/>
    <dgm:cxn modelId="{056027C6-7D30-420A-B627-3584EE87C585}" type="presParOf" srcId="{434E079D-90D7-43C7-BAA0-C0E5B012D586}" destId="{91EA3154-F3B6-42C1-8095-7FA13F40D55F}" srcOrd="3" destOrd="0" presId="urn:microsoft.com/office/officeart/2018/2/layout/IconVerticalSolidList"/>
    <dgm:cxn modelId="{738B03FE-0358-48F3-B2BB-B4FDCEAAC561}" type="presParOf" srcId="{434E079D-90D7-43C7-BAA0-C0E5B012D586}" destId="{3AE57CA9-D7EF-4008-AB1B-3746066E8BDE}" srcOrd="4" destOrd="0" presId="urn:microsoft.com/office/officeart/2018/2/layout/IconVerticalSolidList"/>
    <dgm:cxn modelId="{ABC100E3-EA83-4539-A2A6-E5E550C13A87}" type="presParOf" srcId="{3AE57CA9-D7EF-4008-AB1B-3746066E8BDE}" destId="{27BB9CC2-7DC2-4541-B88F-24C99947A2A2}" srcOrd="0" destOrd="0" presId="urn:microsoft.com/office/officeart/2018/2/layout/IconVerticalSolidList"/>
    <dgm:cxn modelId="{69AC62DA-B746-4121-9C69-783512B48F07}" type="presParOf" srcId="{3AE57CA9-D7EF-4008-AB1B-3746066E8BDE}" destId="{8DA67638-B195-4937-AA1D-6C5382ABBD1C}" srcOrd="1" destOrd="0" presId="urn:microsoft.com/office/officeart/2018/2/layout/IconVerticalSolidList"/>
    <dgm:cxn modelId="{156B3C9B-0FB2-4065-AE89-0F478EB1F960}" type="presParOf" srcId="{3AE57CA9-D7EF-4008-AB1B-3746066E8BDE}" destId="{CA841C18-5819-4DF1-8BEE-4E5AA1E06CD7}" srcOrd="2" destOrd="0" presId="urn:microsoft.com/office/officeart/2018/2/layout/IconVerticalSolidList"/>
    <dgm:cxn modelId="{C7E335E1-A728-444D-BE36-EB2BAB10AE20}" type="presParOf" srcId="{3AE57CA9-D7EF-4008-AB1B-3746066E8BDE}" destId="{4CE5D187-540A-4031-B6EF-28F6396AA176}" srcOrd="3" destOrd="0" presId="urn:microsoft.com/office/officeart/2018/2/layout/IconVerticalSolidList"/>
    <dgm:cxn modelId="{B0B5999C-FDD8-4EF1-BD05-126399383496}" type="presParOf" srcId="{434E079D-90D7-43C7-BAA0-C0E5B012D586}" destId="{0446CAE4-3B4D-4DA9-87DB-C36628ED84A9}" srcOrd="5" destOrd="0" presId="urn:microsoft.com/office/officeart/2018/2/layout/IconVerticalSolidList"/>
    <dgm:cxn modelId="{4F01E197-73F6-44B7-9518-836C4CEDD55F}" type="presParOf" srcId="{434E079D-90D7-43C7-BAA0-C0E5B012D586}" destId="{63C8DF4A-E164-4C0D-91B3-B2AC0C1DACB1}" srcOrd="6" destOrd="0" presId="urn:microsoft.com/office/officeart/2018/2/layout/IconVerticalSolidList"/>
    <dgm:cxn modelId="{84391085-7CE0-4A1F-8014-C74F1A2F4D29}" type="presParOf" srcId="{63C8DF4A-E164-4C0D-91B3-B2AC0C1DACB1}" destId="{361585C2-EA32-455E-AAF3-C6499A2D7B95}" srcOrd="0" destOrd="0" presId="urn:microsoft.com/office/officeart/2018/2/layout/IconVerticalSolidList"/>
    <dgm:cxn modelId="{380932FD-C0C3-4F49-9EAA-CEBE981DAE30}" type="presParOf" srcId="{63C8DF4A-E164-4C0D-91B3-B2AC0C1DACB1}" destId="{7FDC4650-AD00-42EE-959A-A95E8F109335}" srcOrd="1" destOrd="0" presId="urn:microsoft.com/office/officeart/2018/2/layout/IconVerticalSolidList"/>
    <dgm:cxn modelId="{C32E051B-42A4-4064-93A0-E7BCC0B2E054}" type="presParOf" srcId="{63C8DF4A-E164-4C0D-91B3-B2AC0C1DACB1}" destId="{E4E7F0A4-77AA-45C3-8041-E00122631368}" srcOrd="2" destOrd="0" presId="urn:microsoft.com/office/officeart/2018/2/layout/IconVerticalSolidList"/>
    <dgm:cxn modelId="{3E9FE974-9D0D-4128-99F4-76A35CFEDA64}" type="presParOf" srcId="{63C8DF4A-E164-4C0D-91B3-B2AC0C1DACB1}" destId="{FCC0861C-18AD-49C6-8C53-6B42FAB38D2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31B50-F621-4CAE-B368-5C6EECADDFF6}">
      <dsp:nvSpPr>
        <dsp:cNvPr id="0" name=""/>
        <dsp:cNvSpPr/>
      </dsp:nvSpPr>
      <dsp:spPr>
        <a:xfrm>
          <a:off x="0" y="0"/>
          <a:ext cx="9725163" cy="8035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F63951-5836-491D-826F-69976269AC31}">
      <dsp:nvSpPr>
        <dsp:cNvPr id="0" name=""/>
        <dsp:cNvSpPr/>
      </dsp:nvSpPr>
      <dsp:spPr>
        <a:xfrm>
          <a:off x="243069" y="182380"/>
          <a:ext cx="441943" cy="4419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EFFB4A-7648-4847-97A7-62BA650844DA}">
      <dsp:nvSpPr>
        <dsp:cNvPr id="0" name=""/>
        <dsp:cNvSpPr/>
      </dsp:nvSpPr>
      <dsp:spPr>
        <a:xfrm>
          <a:off x="928081" y="1585"/>
          <a:ext cx="8797081" cy="803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041" tIns="85041" rIns="85041" bIns="85041" numCol="1" spcCol="1270" anchor="ctr" anchorCtr="0">
          <a:noAutofit/>
        </a:bodyPr>
        <a:lstStyle/>
        <a:p>
          <a:pPr marL="0" lvl="0" indent="0" algn="l" defTabSz="933450">
            <a:lnSpc>
              <a:spcPct val="100000"/>
            </a:lnSpc>
            <a:spcBef>
              <a:spcPct val="0"/>
            </a:spcBef>
            <a:spcAft>
              <a:spcPct val="35000"/>
            </a:spcAft>
            <a:buNone/>
          </a:pPr>
          <a:r>
            <a:rPr lang="en-GB" sz="2100" kern="1200" dirty="0">
              <a:solidFill>
                <a:schemeClr val="bg1"/>
              </a:solidFill>
            </a:rPr>
            <a:t>Data Science major under the MCDSS department at St. Lawrence University</a:t>
          </a:r>
          <a:endParaRPr lang="en-US" sz="2100" kern="1200" dirty="0">
            <a:solidFill>
              <a:schemeClr val="bg1"/>
            </a:solidFill>
          </a:endParaRPr>
        </a:p>
      </dsp:txBody>
      <dsp:txXfrm>
        <a:off x="928081" y="1585"/>
        <a:ext cx="8797081" cy="803533"/>
      </dsp:txXfrm>
    </dsp:sp>
    <dsp:sp modelId="{08FAA0E3-E048-4617-84AE-508326FAEBCC}">
      <dsp:nvSpPr>
        <dsp:cNvPr id="0" name=""/>
        <dsp:cNvSpPr/>
      </dsp:nvSpPr>
      <dsp:spPr>
        <a:xfrm>
          <a:off x="0" y="1006002"/>
          <a:ext cx="9725163" cy="8035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FC15FA-54C1-4954-A456-7A9F0A28E63B}">
      <dsp:nvSpPr>
        <dsp:cNvPr id="0" name=""/>
        <dsp:cNvSpPr/>
      </dsp:nvSpPr>
      <dsp:spPr>
        <a:xfrm>
          <a:off x="243069" y="1186797"/>
          <a:ext cx="441943" cy="4419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CA8BB4-BC41-47DC-B180-6DAAD9AB8F33}">
      <dsp:nvSpPr>
        <dsp:cNvPr id="0" name=""/>
        <dsp:cNvSpPr/>
      </dsp:nvSpPr>
      <dsp:spPr>
        <a:xfrm>
          <a:off x="928081" y="1006002"/>
          <a:ext cx="8797081" cy="803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041" tIns="85041" rIns="85041" bIns="85041" numCol="1" spcCol="1270" anchor="ctr" anchorCtr="0">
          <a:noAutofit/>
        </a:bodyPr>
        <a:lstStyle/>
        <a:p>
          <a:pPr marL="0" lvl="0" indent="0" algn="l" defTabSz="933450">
            <a:lnSpc>
              <a:spcPct val="100000"/>
            </a:lnSpc>
            <a:spcBef>
              <a:spcPct val="0"/>
            </a:spcBef>
            <a:spcAft>
              <a:spcPct val="35000"/>
            </a:spcAft>
            <a:buNone/>
          </a:pPr>
          <a:r>
            <a:rPr lang="en-GB" sz="2100" kern="1200" dirty="0">
              <a:solidFill>
                <a:schemeClr val="bg1"/>
              </a:solidFill>
            </a:rPr>
            <a:t>Week 5 of an approximately 30-week Senior Year Project for the Data Science major</a:t>
          </a:r>
          <a:endParaRPr lang="en-US" sz="2100" kern="1200" dirty="0">
            <a:solidFill>
              <a:schemeClr val="bg1"/>
            </a:solidFill>
          </a:endParaRPr>
        </a:p>
      </dsp:txBody>
      <dsp:txXfrm>
        <a:off x="928081" y="1006002"/>
        <a:ext cx="8797081" cy="803533"/>
      </dsp:txXfrm>
    </dsp:sp>
    <dsp:sp modelId="{27BB9CC2-7DC2-4541-B88F-24C99947A2A2}">
      <dsp:nvSpPr>
        <dsp:cNvPr id="0" name=""/>
        <dsp:cNvSpPr/>
      </dsp:nvSpPr>
      <dsp:spPr>
        <a:xfrm>
          <a:off x="0" y="2010420"/>
          <a:ext cx="9725163" cy="8035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A67638-B195-4937-AA1D-6C5382ABBD1C}">
      <dsp:nvSpPr>
        <dsp:cNvPr id="0" name=""/>
        <dsp:cNvSpPr/>
      </dsp:nvSpPr>
      <dsp:spPr>
        <a:xfrm>
          <a:off x="243069" y="2191215"/>
          <a:ext cx="441943" cy="4419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E5D187-540A-4031-B6EF-28F6396AA176}">
      <dsp:nvSpPr>
        <dsp:cNvPr id="0" name=""/>
        <dsp:cNvSpPr/>
      </dsp:nvSpPr>
      <dsp:spPr>
        <a:xfrm>
          <a:off x="928081" y="2010420"/>
          <a:ext cx="8797081" cy="803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041" tIns="85041" rIns="85041" bIns="85041" numCol="1" spcCol="1270" anchor="ctr" anchorCtr="0">
          <a:noAutofit/>
        </a:bodyPr>
        <a:lstStyle/>
        <a:p>
          <a:pPr marL="0" lvl="0" indent="0" algn="l" defTabSz="933450">
            <a:lnSpc>
              <a:spcPct val="100000"/>
            </a:lnSpc>
            <a:spcBef>
              <a:spcPct val="0"/>
            </a:spcBef>
            <a:spcAft>
              <a:spcPct val="35000"/>
            </a:spcAft>
            <a:buNone/>
          </a:pPr>
          <a:r>
            <a:rPr lang="en-GB" sz="2100" kern="1200" dirty="0">
              <a:solidFill>
                <a:schemeClr val="bg1"/>
              </a:solidFill>
            </a:rPr>
            <a:t>Working under guidance of Dr. Ramler</a:t>
          </a:r>
          <a:endParaRPr lang="en-US" sz="2100" kern="1200" dirty="0">
            <a:solidFill>
              <a:schemeClr val="bg1"/>
            </a:solidFill>
          </a:endParaRPr>
        </a:p>
      </dsp:txBody>
      <dsp:txXfrm>
        <a:off x="928081" y="2010420"/>
        <a:ext cx="8797081" cy="803533"/>
      </dsp:txXfrm>
    </dsp:sp>
    <dsp:sp modelId="{361585C2-EA32-455E-AAF3-C6499A2D7B95}">
      <dsp:nvSpPr>
        <dsp:cNvPr id="0" name=""/>
        <dsp:cNvSpPr/>
      </dsp:nvSpPr>
      <dsp:spPr>
        <a:xfrm>
          <a:off x="0" y="3014837"/>
          <a:ext cx="9725163" cy="8035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DC4650-AD00-42EE-959A-A95E8F109335}">
      <dsp:nvSpPr>
        <dsp:cNvPr id="0" name=""/>
        <dsp:cNvSpPr/>
      </dsp:nvSpPr>
      <dsp:spPr>
        <a:xfrm>
          <a:off x="243069" y="3195632"/>
          <a:ext cx="441943" cy="4419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C0861C-18AD-49C6-8C53-6B42FAB38D2A}">
      <dsp:nvSpPr>
        <dsp:cNvPr id="0" name=""/>
        <dsp:cNvSpPr/>
      </dsp:nvSpPr>
      <dsp:spPr>
        <a:xfrm>
          <a:off x="928081" y="3014837"/>
          <a:ext cx="8797081" cy="803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041" tIns="85041" rIns="85041" bIns="85041" numCol="1" spcCol="1270" anchor="ctr" anchorCtr="0">
          <a:noAutofit/>
        </a:bodyPr>
        <a:lstStyle/>
        <a:p>
          <a:pPr marL="0" lvl="0" indent="0" algn="l" defTabSz="933450">
            <a:lnSpc>
              <a:spcPct val="100000"/>
            </a:lnSpc>
            <a:spcBef>
              <a:spcPct val="0"/>
            </a:spcBef>
            <a:spcAft>
              <a:spcPct val="35000"/>
            </a:spcAft>
            <a:buNone/>
          </a:pPr>
          <a:r>
            <a:rPr lang="en-GB" sz="2100" kern="1200" dirty="0">
              <a:solidFill>
                <a:schemeClr val="bg1"/>
              </a:solidFill>
            </a:rPr>
            <a:t>Exploring the interconnectedness of data science in environmental studies</a:t>
          </a:r>
          <a:endParaRPr lang="en-US" sz="2100" kern="1200" dirty="0">
            <a:solidFill>
              <a:schemeClr val="bg1"/>
            </a:solidFill>
          </a:endParaRPr>
        </a:p>
      </dsp:txBody>
      <dsp:txXfrm>
        <a:off x="928081" y="3014837"/>
        <a:ext cx="8797081" cy="80353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n-GB" smtClean="0"/>
              <a:t>‹#›</a:t>
            </a:fld>
            <a:endParaRPr lang="en-GB"/>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CA15AE-E040-4F31-96C6-FD066D034FFB}" type="datetime1">
              <a:rPr lang="en-GB" smtClean="0"/>
              <a:pPr/>
              <a:t>03/10/2025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n-GB" noProof="0" smtClean="0"/>
              <a:t>‹#›</a:t>
            </a:fld>
            <a:endParaRPr lang="en-GB"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1</a:t>
            </a:fld>
            <a:endParaRPr lang="en-GB"/>
          </a:p>
        </p:txBody>
      </p:sp>
    </p:spTree>
    <p:extLst>
      <p:ext uri="{BB962C8B-B14F-4D97-AF65-F5344CB8AC3E}">
        <p14:creationId xmlns:p14="http://schemas.microsoft.com/office/powerpoint/2010/main" val="334658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3</a:t>
            </a:fld>
            <a:endParaRPr lang="en-GB"/>
          </a:p>
        </p:txBody>
      </p:sp>
    </p:spTree>
    <p:extLst>
      <p:ext uri="{BB962C8B-B14F-4D97-AF65-F5344CB8AC3E}">
        <p14:creationId xmlns:p14="http://schemas.microsoft.com/office/powerpoint/2010/main" val="448152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motivated by the community of </a:t>
            </a:r>
            <a:r>
              <a:rPr lang="en-US" dirty="0" err="1"/>
              <a:t>Savoonga</a:t>
            </a:r>
            <a:r>
              <a:rPr lang="en-US" dirty="0"/>
              <a:t>, located on St. Lawrence Island in the Bering Sea. For generations, residents here have relied on the orientation of grass to interpret wind direction as part of their Traditional Ecological Knowledge. Knowing wind direction is critical, because it influences everything from precipitation and local agriculture to sea ice extent and temperatures that they use to make decisions about hunting, farming, and daily practices.</a:t>
            </a:r>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4</a:t>
            </a:fld>
            <a:endParaRPr lang="en-GB" noProof="0"/>
          </a:p>
        </p:txBody>
      </p:sp>
    </p:spTree>
    <p:extLst>
      <p:ext uri="{BB962C8B-B14F-4D97-AF65-F5344CB8AC3E}">
        <p14:creationId xmlns:p14="http://schemas.microsoft.com/office/powerpoint/2010/main" val="1508778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reports, we see that this change signals that the prevailing wind patterns themselves are different from what they used to be. This is a clear example of how climate change in the Arctic is not just abstract. It’s changing the reliability of traditional ecological knowledge and directly affecting how people navigate and make decisions especially in farming methods.</a:t>
            </a:r>
          </a:p>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5</a:t>
            </a:fld>
            <a:endParaRPr lang="en-GB" noProof="0"/>
          </a:p>
        </p:txBody>
      </p:sp>
    </p:spTree>
    <p:extLst>
      <p:ext uri="{BB962C8B-B14F-4D97-AF65-F5344CB8AC3E}">
        <p14:creationId xmlns:p14="http://schemas.microsoft.com/office/powerpoint/2010/main" val="601546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weather and wildlife in the region make it difficult for weather stations to last long enough to keep data.</a:t>
            </a:r>
          </a:p>
          <a:p>
            <a:endParaRPr lang="en-US" dirty="0"/>
          </a:p>
          <a:p>
            <a:r>
              <a:rPr lang="en-US" dirty="0"/>
              <a:t>So what do we do, use the TEK.</a:t>
            </a:r>
          </a:p>
          <a:p>
            <a:endParaRPr lang="en-US" dirty="0"/>
          </a:p>
          <a:p>
            <a:r>
              <a:rPr lang="en-US" dirty="0"/>
              <a:t>With rapidly changing climate conditions, these traditional cues are no longer as reliable. This creates a gap: the grass orientation we observe today may no longer match past wind patterns, making it harder for communities to anticipate weather and plan subsistence activities. </a:t>
            </a:r>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6</a:t>
            </a:fld>
            <a:endParaRPr lang="en-GB" noProof="0"/>
          </a:p>
        </p:txBody>
      </p:sp>
    </p:spTree>
    <p:extLst>
      <p:ext uri="{BB962C8B-B14F-4D97-AF65-F5344CB8AC3E}">
        <p14:creationId xmlns:p14="http://schemas.microsoft.com/office/powerpoint/2010/main" val="3496595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Could we anticipate some human error here? Probably…</a:t>
            </a:r>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7</a:t>
            </a:fld>
            <a:endParaRPr lang="en-GB" noProof="0"/>
          </a:p>
        </p:txBody>
      </p:sp>
    </p:spTree>
    <p:extLst>
      <p:ext uri="{BB962C8B-B14F-4D97-AF65-F5344CB8AC3E}">
        <p14:creationId xmlns:p14="http://schemas.microsoft.com/office/powerpoint/2010/main" val="1709238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Steps 2 and 3 is where my project is and the next steps are. </a:t>
            </a:r>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8</a:t>
            </a:fld>
            <a:endParaRPr lang="en-GB" noProof="0"/>
          </a:p>
        </p:txBody>
      </p:sp>
    </p:spTree>
    <p:extLst>
      <p:ext uri="{BB962C8B-B14F-4D97-AF65-F5344CB8AC3E}">
        <p14:creationId xmlns:p14="http://schemas.microsoft.com/office/powerpoint/2010/main" val="1751013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 of Oriented Gradients, or HOG, is a method used to capture the orientation of textures in an image. First, the image is split into small patches called cells, and we compute the gradient magnitude and direction in each. These local gradients, magnitudes, and angles are extracted and then aggregated into a vectors that describe the overall image to represent it into patterns that identify images like is shown here. Thus, in the real world, HOG is often used for </a:t>
            </a:r>
            <a:r>
              <a:rPr lang="en-US" b="1" dirty="0"/>
              <a:t>pedestrian detection in self-driving cars</a:t>
            </a:r>
            <a:r>
              <a:rPr lang="en-US" dirty="0"/>
              <a:t>, where it helps identify people based on the shapes and edges in the image. For this project, we’re focusing merely extracting the data of magnitudes, angles, and directions to estimate grass orientation.</a:t>
            </a:r>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9</a:t>
            </a:fld>
            <a:endParaRPr lang="en-GB" noProof="0"/>
          </a:p>
        </p:txBody>
      </p:sp>
    </p:spTree>
    <p:extLst>
      <p:ext uri="{BB962C8B-B14F-4D97-AF65-F5344CB8AC3E}">
        <p14:creationId xmlns:p14="http://schemas.microsoft.com/office/powerpoint/2010/main" val="2911398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Because the HOG algorithm simplifies the image to just the flow and overall patterns in local regions of the image, it makes it very useful to detect objects.</a:t>
            </a:r>
          </a:p>
          <a:p>
            <a:endParaRPr lang="en-GB" dirty="0"/>
          </a:p>
          <a:p>
            <a:r>
              <a:rPr lang="en-GB" dirty="0"/>
              <a:t>Because this process extracts data on directions, magnitudes and angles, we can identify dominant directions in grass images especially because grass images have defined fine and linear textures.</a:t>
            </a:r>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10</a:t>
            </a:fld>
            <a:endParaRPr lang="en-GB" noProof="0"/>
          </a:p>
        </p:txBody>
      </p:sp>
    </p:spTree>
    <p:extLst>
      <p:ext uri="{BB962C8B-B14F-4D97-AF65-F5344CB8AC3E}">
        <p14:creationId xmlns:p14="http://schemas.microsoft.com/office/powerpoint/2010/main" val="11152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142E9-739C-155E-3495-B1FA5B346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F9AD4-2C05-32DA-6377-27607CB35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2A855-8F25-FE5C-4DCF-56515C79833C}"/>
              </a:ext>
            </a:extLst>
          </p:cNvPr>
          <p:cNvSpPr>
            <a:spLocks noGrp="1"/>
          </p:cNvSpPr>
          <p:nvPr>
            <p:ph type="body" idx="1"/>
          </p:nvPr>
        </p:nvSpPr>
        <p:spPr/>
        <p:txBody>
          <a:bodyPr/>
          <a:lstStyle/>
          <a:p>
            <a:r>
              <a:rPr lang="en-GB" dirty="0"/>
              <a:t>Put arrows to show the predominant direction goes along with angles that </a:t>
            </a:r>
            <a:r>
              <a:rPr lang="en-GB" dirty="0" err="1"/>
              <a:t>chatgpt</a:t>
            </a:r>
            <a:r>
              <a:rPr lang="en-GB" dirty="0"/>
              <a:t> was told to do. Add the other image that we can tell that we are able to detect edges. Dr Rosales will take photos later eventually that we will use. Bridge to where its going with image of wind vane.</a:t>
            </a:r>
          </a:p>
          <a:p>
            <a:endParaRPr lang="en-GB" dirty="0"/>
          </a:p>
          <a:p>
            <a:r>
              <a:rPr lang="en-GB" dirty="0"/>
              <a:t>The polar plot – HOG looks at top left moving forward moving top corner down bottom corner – could be either really and needs human discretion to see the actual tips of grass.</a:t>
            </a:r>
          </a:p>
        </p:txBody>
      </p:sp>
      <p:sp>
        <p:nvSpPr>
          <p:cNvPr id="4" name="Slide Number Placeholder 3">
            <a:extLst>
              <a:ext uri="{FF2B5EF4-FFF2-40B4-BE49-F238E27FC236}">
                <a16:creationId xmlns:a16="http://schemas.microsoft.com/office/drawing/2014/main" id="{D90BCE10-BCA2-3355-9A6D-FA39082F5DBF}"/>
              </a:ext>
            </a:extLst>
          </p:cNvPr>
          <p:cNvSpPr>
            <a:spLocks noGrp="1"/>
          </p:cNvSpPr>
          <p:nvPr>
            <p:ph type="sldNum" sz="quarter" idx="5"/>
          </p:nvPr>
        </p:nvSpPr>
        <p:spPr/>
        <p:txBody>
          <a:bodyPr/>
          <a:lstStyle/>
          <a:p>
            <a:pPr rtl="0"/>
            <a:fld id="{A89C7E07-3C67-C64C-8DA0-0404F6303970}" type="slidenum">
              <a:rPr lang="en-GB" noProof="0" smtClean="0"/>
              <a:t>11</a:t>
            </a:fld>
            <a:endParaRPr lang="en-GB" noProof="0"/>
          </a:p>
        </p:txBody>
      </p:sp>
    </p:spTree>
    <p:extLst>
      <p:ext uri="{BB962C8B-B14F-4D97-AF65-F5344CB8AC3E}">
        <p14:creationId xmlns:p14="http://schemas.microsoft.com/office/powerpoint/2010/main" val="1660946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4BB6C-CF8C-3FDE-E0CF-B0AF6F06E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BE81C-3A8F-486F-8E85-2BEAF1C80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0EB44-6B66-47B1-2775-9CC1A556A0DB}"/>
              </a:ext>
            </a:extLst>
          </p:cNvPr>
          <p:cNvSpPr>
            <a:spLocks noGrp="1"/>
          </p:cNvSpPr>
          <p:nvPr>
            <p:ph type="body" idx="1"/>
          </p:nvPr>
        </p:nvSpPr>
        <p:spPr/>
        <p:txBody>
          <a:bodyPr/>
          <a:lstStyle/>
          <a:p>
            <a:r>
              <a:rPr lang="en-GB" dirty="0"/>
              <a:t>Put arrows to show the predominant direction goes along with angles that </a:t>
            </a:r>
            <a:r>
              <a:rPr lang="en-GB" dirty="0" err="1"/>
              <a:t>chatgpt</a:t>
            </a:r>
            <a:r>
              <a:rPr lang="en-GB" dirty="0"/>
              <a:t> was told to do. Add the other image that we can tell that we are able to detect edges. Dr Rosales will take photos later eventually that we will use. Bridge to where its going with image of wind vane.</a:t>
            </a:r>
          </a:p>
          <a:p>
            <a:endParaRPr lang="en-GB" dirty="0"/>
          </a:p>
          <a:p>
            <a:r>
              <a:rPr lang="en-GB" dirty="0"/>
              <a:t>The polar plot – HOG looks at top left moving forward moving top corner down bottom corner – could be either really and needs human discretion to see the actual tips of grass.</a:t>
            </a:r>
          </a:p>
        </p:txBody>
      </p:sp>
      <p:sp>
        <p:nvSpPr>
          <p:cNvPr id="4" name="Slide Number Placeholder 3">
            <a:extLst>
              <a:ext uri="{FF2B5EF4-FFF2-40B4-BE49-F238E27FC236}">
                <a16:creationId xmlns:a16="http://schemas.microsoft.com/office/drawing/2014/main" id="{8373C70B-0855-85CE-B194-D35EF94D383C}"/>
              </a:ext>
            </a:extLst>
          </p:cNvPr>
          <p:cNvSpPr>
            <a:spLocks noGrp="1"/>
          </p:cNvSpPr>
          <p:nvPr>
            <p:ph type="sldNum" sz="quarter" idx="5"/>
          </p:nvPr>
        </p:nvSpPr>
        <p:spPr/>
        <p:txBody>
          <a:bodyPr/>
          <a:lstStyle/>
          <a:p>
            <a:pPr rtl="0"/>
            <a:fld id="{A89C7E07-3C67-C64C-8DA0-0404F6303970}" type="slidenum">
              <a:rPr lang="en-GB" noProof="0" smtClean="0"/>
              <a:t>12</a:t>
            </a:fld>
            <a:endParaRPr lang="en-GB" noProof="0"/>
          </a:p>
        </p:txBody>
      </p:sp>
    </p:spTree>
    <p:extLst>
      <p:ext uri="{BB962C8B-B14F-4D97-AF65-F5344CB8AC3E}">
        <p14:creationId xmlns:p14="http://schemas.microsoft.com/office/powerpoint/2010/main" val="954416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6DD2B-837A-24C3-8D96-F5CA94114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7282E-D61F-D292-B329-DCB199FAB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1F9E31-CDF8-747A-A069-03F17CFAB7DC}"/>
              </a:ext>
            </a:extLst>
          </p:cNvPr>
          <p:cNvSpPr>
            <a:spLocks noGrp="1"/>
          </p:cNvSpPr>
          <p:nvPr>
            <p:ph type="body" idx="1"/>
          </p:nvPr>
        </p:nvSpPr>
        <p:spPr/>
        <p:txBody>
          <a:bodyPr/>
          <a:lstStyle/>
          <a:p>
            <a:r>
              <a:rPr lang="en-GB" dirty="0"/>
              <a:t>SLU living lab close to the golf course that is part of campus as an outdoor space that </a:t>
            </a:r>
            <a:r>
              <a:rPr lang="en-GB" dirty="0" err="1"/>
              <a:t>environmanetal</a:t>
            </a:r>
            <a:r>
              <a:rPr lang="en-GB" dirty="0"/>
              <a:t> studies majors. </a:t>
            </a:r>
          </a:p>
          <a:p>
            <a:endParaRPr lang="en-GB" dirty="0"/>
          </a:p>
          <a:p>
            <a:r>
              <a:rPr lang="en-GB" dirty="0"/>
              <a:t>This represents a more complex case though this is not the type of images we would be </a:t>
            </a:r>
          </a:p>
          <a:p>
            <a:endParaRPr lang="en-GB" dirty="0"/>
          </a:p>
          <a:p>
            <a:r>
              <a:rPr lang="en-GB" dirty="0"/>
              <a:t>Put arrows to show the predominant direction goes along with angles that </a:t>
            </a:r>
            <a:r>
              <a:rPr lang="en-GB" dirty="0" err="1"/>
              <a:t>chatgpt</a:t>
            </a:r>
            <a:r>
              <a:rPr lang="en-GB" dirty="0"/>
              <a:t> was told to do. Add the other image that we can tell that we are able to detect edges. Dr Rosales will take photos later eventually that we will use. Bridge to where its going with image of wind vane.</a:t>
            </a:r>
          </a:p>
          <a:p>
            <a:endParaRPr lang="en-GB" dirty="0"/>
          </a:p>
          <a:p>
            <a:r>
              <a:rPr lang="en-GB" dirty="0"/>
              <a:t>Different components of dominant directions that makes it complex. This is what we’re </a:t>
            </a:r>
            <a:r>
              <a:rPr lang="en-GB" dirty="0" err="1"/>
              <a:t>gonna</a:t>
            </a:r>
            <a:r>
              <a:rPr lang="en-GB" dirty="0"/>
              <a:t> be going into. How do we decide predominant direction from images with </a:t>
            </a:r>
          </a:p>
        </p:txBody>
      </p:sp>
      <p:sp>
        <p:nvSpPr>
          <p:cNvPr id="4" name="Slide Number Placeholder 3">
            <a:extLst>
              <a:ext uri="{FF2B5EF4-FFF2-40B4-BE49-F238E27FC236}">
                <a16:creationId xmlns:a16="http://schemas.microsoft.com/office/drawing/2014/main" id="{F18C29EF-6D82-08B8-C6DD-905119DA95DD}"/>
              </a:ext>
            </a:extLst>
          </p:cNvPr>
          <p:cNvSpPr>
            <a:spLocks noGrp="1"/>
          </p:cNvSpPr>
          <p:nvPr>
            <p:ph type="sldNum" sz="quarter" idx="5"/>
          </p:nvPr>
        </p:nvSpPr>
        <p:spPr/>
        <p:txBody>
          <a:bodyPr/>
          <a:lstStyle/>
          <a:p>
            <a:pPr rtl="0"/>
            <a:fld id="{A89C7E07-3C67-C64C-8DA0-0404F6303970}" type="slidenum">
              <a:rPr lang="en-GB" noProof="0" smtClean="0"/>
              <a:t>13</a:t>
            </a:fld>
            <a:endParaRPr lang="en-GB" noProof="0"/>
          </a:p>
        </p:txBody>
      </p:sp>
    </p:spTree>
    <p:extLst>
      <p:ext uri="{BB962C8B-B14F-4D97-AF65-F5344CB8AC3E}">
        <p14:creationId xmlns:p14="http://schemas.microsoft.com/office/powerpoint/2010/main" val="2618917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Might use Fourier – both and compare later on</a:t>
            </a:r>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15</a:t>
            </a:fld>
            <a:endParaRPr lang="en-GB" noProof="0"/>
          </a:p>
        </p:txBody>
      </p:sp>
    </p:spTree>
    <p:extLst>
      <p:ext uri="{BB962C8B-B14F-4D97-AF65-F5344CB8AC3E}">
        <p14:creationId xmlns:p14="http://schemas.microsoft.com/office/powerpoint/2010/main" val="3832744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A89C7E07-3C67-C64C-8DA0-0404F6303970}" type="slidenum">
              <a:rPr lang="en-GB" smtClean="0"/>
              <a:t>16</a:t>
            </a:fld>
            <a:endParaRPr lang="en-GB"/>
          </a:p>
        </p:txBody>
      </p:sp>
    </p:spTree>
    <p:extLst>
      <p:ext uri="{BB962C8B-B14F-4D97-AF65-F5344CB8AC3E}">
        <p14:creationId xmlns:p14="http://schemas.microsoft.com/office/powerpoint/2010/main" val="18238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n-GB" noProof="0" dirty="0"/>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n-GB" noProof="0" dirty="0"/>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C02CDA83-4160-4EEB-AD7D-1C57C21837F3}" type="datetime3">
              <a:rPr lang="en-GB" noProof="0" smtClean="0">
                <a:latin typeface="+mn-lt"/>
              </a:rPr>
              <a:t>3 October, 2025</a:t>
            </a:fld>
            <a:endParaRPr lang="en-GB" noProof="0" dirty="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en-GB" noProof="0" dirty="0"/>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94200668-9301-4F8B-89F3-A4E2AEA80049}" type="datetime3">
              <a:rPr lang="en-GB" noProof="0" smtClean="0">
                <a:latin typeface="+mn-lt"/>
              </a:rPr>
              <a:t>3 October, 2025</a:t>
            </a:fld>
            <a:endParaRPr lang="en-GB" noProof="0" dirty="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n-GB" noProof="0"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n-GB" noProof="0" dirty="0"/>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n-US" noProof="0"/>
              <a:t>Click icon to add chart</a:t>
            </a:r>
            <a:endParaRPr lang="en-GB" noProof="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029ECAD1-3047-43DC-81B7-231597E81F19}" type="datetime3">
              <a:rPr lang="en-GB" noProof="0" smtClean="0">
                <a:latin typeface="+mn-lt"/>
              </a:rPr>
              <a:t>3 October, 2025</a:t>
            </a:fld>
            <a:endParaRPr lang="en-GB" noProof="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en-GB" noProof="0" smtClean="0"/>
              <a:pPr/>
              <a:t>‹#›</a:t>
            </a:fld>
            <a:endParaRPr lang="en-GB" noProof="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en-GB" noProof="0"/>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rtl="0"/>
            <a:fld id="{1E6A16EE-7FBD-4E62-A186-69A1E1C8758D}" type="datetime3">
              <a:rPr lang="en-GB" noProof="0" smtClean="0">
                <a:latin typeface="+mn-lt"/>
              </a:rPr>
              <a:t>3 October, 2025</a:t>
            </a:fld>
            <a:endParaRPr lang="en-GB" noProof="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n-GB" noProof="0" smtClean="0"/>
              <a:pPr/>
              <a:t>‹#›</a:t>
            </a:fld>
            <a:endParaRPr lang="en-GB"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n-GB" noProof="0" dirty="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n-GB" sz="20000" b="1" noProof="0" dirty="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n-GB" noProof="0" dirty="0"/>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dirty="0"/>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n-GB" noProof="0" dirty="0"/>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n-GB" noProof="0" dirty="0"/>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n-GB" noProof="0" dirty="0"/>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rtl="0"/>
            <a:fld id="{D21FA074-9295-430E-9633-F682F8C96958}" type="datetime3">
              <a:rPr lang="en-GB" noProof="0" smtClean="0">
                <a:latin typeface="+mn-lt"/>
              </a:rPr>
              <a:t>3 October, 2025</a:t>
            </a:fld>
            <a:endParaRPr lang="en-GB" noProof="0" dirty="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US" noProof="0"/>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US" noProof="0"/>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rtl="0"/>
            <a:fld id="{D33AD83D-9671-4762-AF03-9C719A9CD695}" type="datetime3">
              <a:rPr lang="en-GB" noProof="0" smtClean="0">
                <a:latin typeface="+mn-lt"/>
              </a:rPr>
              <a:t>3 October, 2025</a:t>
            </a:fld>
            <a:endParaRPr lang="en-GB" noProof="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rtl="0"/>
            <a:fld id="{294A09A9-5501-47C1-A89A-A340965A2BE2}" type="slidenum">
              <a:rPr lang="en-GB" noProof="0" smtClean="0"/>
              <a:pPr/>
              <a:t>‹#›</a:t>
            </a:fld>
            <a:endParaRPr lang="en-GB"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rtl="0"/>
            <a:fld id="{F88F5F63-8808-4375-85CE-D0FAFA3BBE65}" type="datetime3">
              <a:rPr lang="en-GB" noProof="0" smtClean="0">
                <a:latin typeface="+mn-lt"/>
              </a:rPr>
              <a:t>3 October, 2025</a:t>
            </a:fld>
            <a:endParaRPr lang="en-GB" noProof="0" dirty="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rtl="0"/>
            <a:fld id="{6D17C7AE-DC41-4D6E-8CE7-A0296D62536F}" type="datetime3">
              <a:rPr lang="en-GB" noProof="0" smtClean="0">
                <a:latin typeface="+mn-lt"/>
              </a:rPr>
              <a:t>3 October, 2025</a:t>
            </a:fld>
            <a:endParaRPr lang="en-GB" noProof="0" dirty="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0971D3F5-C297-4F98-9679-48877DEF0EC7}" type="datetime3">
              <a:rPr lang="en-GB" noProof="0" smtClean="0">
                <a:latin typeface="+mn-lt"/>
              </a:rPr>
              <a:t>3 October, 2025</a:t>
            </a:fld>
            <a:endParaRPr lang="en-GB" noProof="0" dirty="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en-GB" noProof="0" dirty="0"/>
              <a:t>Annual Review</a:t>
            </a:r>
            <a:endParaRPr lang="en-GB" b="0" noProof="0" dirty="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dirty="0"/>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en-GB" noProof="0" dirty="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8AC5E797-DDC7-4716-ABC9-2C172A510C23}" type="datetime3">
              <a:rPr lang="en-GB" noProof="0" smtClean="0">
                <a:latin typeface="+mn-lt"/>
              </a:rPr>
              <a:t>3 October, 2025</a:t>
            </a:fld>
            <a:endParaRPr lang="en-GB" noProof="0">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n-GB" noProof="0"/>
              <a:t>Annual Review</a:t>
            </a:r>
            <a:endParaRPr lang="en-GB" b="0" noProof="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n-GB" noProof="0" smtClean="0"/>
              <a:pPr/>
              <a:t>‹#›</a:t>
            </a:fld>
            <a:endParaRPr lang="en-GB" noProof="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7.jpg"/></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19.jpg"/><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 Id="rId5" Type="http://schemas.openxmlformats.org/officeDocument/2006/relationships/image" Target="../media/image23.jpeg"/><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rtl="0"/>
            <a:r>
              <a:rPr lang="en-GB" dirty="0"/>
              <a:t>ML, Grass, and Wind Patterns</a:t>
            </a: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n-GB" dirty="0">
                <a:latin typeface="+mj-lt"/>
              </a:rPr>
              <a:t>Francesca Mnenula</a:t>
            </a:r>
            <a:r>
              <a:rPr lang="en-GB" dirty="0"/>
              <a:t> </a:t>
            </a:r>
          </a:p>
          <a:p>
            <a:pPr rtl="0"/>
            <a:r>
              <a:rPr lang="en-GB" dirty="0"/>
              <a:t>Data Science &amp; Economics Major</a:t>
            </a:r>
          </a:p>
          <a:p>
            <a:pPr rtl="0"/>
            <a:r>
              <a:rPr lang="en-GB" dirty="0"/>
              <a:t>St. Lawrence University ‘26</a:t>
            </a:r>
          </a:p>
          <a:p>
            <a:pPr rtl="0"/>
            <a:r>
              <a:rPr lang="en-GB" dirty="0"/>
              <a:t>October 4, 2025</a:t>
            </a:r>
          </a:p>
          <a:p>
            <a:pPr rtl="0"/>
            <a:endParaRPr lang="en-GB" dirty="0"/>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EBED72-CB03-D732-70C4-EDFB1075A9EF}"/>
              </a:ext>
            </a:extLst>
          </p:cNvPr>
          <p:cNvSpPr>
            <a:spLocks noGrp="1"/>
          </p:cNvSpPr>
          <p:nvPr>
            <p:ph type="title"/>
          </p:nvPr>
        </p:nvSpPr>
        <p:spPr>
          <a:xfrm>
            <a:off x="971550" y="1026203"/>
            <a:ext cx="4931451" cy="610863"/>
          </a:xfrm>
        </p:spPr>
        <p:txBody>
          <a:bodyPr vert="horz" lIns="0" tIns="0" rIns="0" bIns="0" rtlCol="0" anchor="b" anchorCtr="0">
            <a:normAutofit/>
          </a:bodyPr>
          <a:lstStyle/>
          <a:p>
            <a:r>
              <a:rPr lang="en-GB" dirty="0"/>
              <a:t>Project Context</a:t>
            </a:r>
          </a:p>
        </p:txBody>
      </p:sp>
      <p:sp>
        <p:nvSpPr>
          <p:cNvPr id="18" name="Slide Number Placeholder 5">
            <a:extLst>
              <a:ext uri="{FF2B5EF4-FFF2-40B4-BE49-F238E27FC236}">
                <a16:creationId xmlns:a16="http://schemas.microsoft.com/office/drawing/2014/main" id="{E2EDD6A0-9C76-1AD9-1403-7BDF1161BF46}"/>
              </a:ext>
            </a:extLst>
          </p:cNvPr>
          <p:cNvSpPr>
            <a:spLocks noGrp="1"/>
          </p:cNvSpPr>
          <p:nvPr>
            <p:ph type="sldNum" sz="quarter" idx="13"/>
          </p:nvPr>
        </p:nvSpPr>
        <p:spPr>
          <a:xfrm>
            <a:off x="971550" y="6332220"/>
            <a:ext cx="523240" cy="247651"/>
          </a:xfrm>
        </p:spPr>
        <p:txBody>
          <a:bodyPr anchor="t">
            <a:normAutofit/>
          </a:bodyPr>
          <a:lstStyle/>
          <a:p>
            <a:pPr rtl="0">
              <a:spcAft>
                <a:spcPts val="600"/>
              </a:spcAft>
            </a:pPr>
            <a:fld id="{294A09A9-5501-47C1-A89A-A340965A2BE2}" type="slidenum">
              <a:rPr lang="en-GB" noProof="0" smtClean="0"/>
              <a:pPr rtl="0">
                <a:spcAft>
                  <a:spcPts val="600"/>
                </a:spcAft>
              </a:pPr>
              <a:t>2</a:t>
            </a:fld>
            <a:endParaRPr lang="en-GB" noProof="0"/>
          </a:p>
        </p:txBody>
      </p:sp>
      <p:graphicFrame>
        <p:nvGraphicFramePr>
          <p:cNvPr id="10" name="TextBox 7">
            <a:extLst>
              <a:ext uri="{FF2B5EF4-FFF2-40B4-BE49-F238E27FC236}">
                <a16:creationId xmlns:a16="http://schemas.microsoft.com/office/drawing/2014/main" id="{5F503BF8-8B30-8AB0-CF1C-726CA29C924B}"/>
              </a:ext>
            </a:extLst>
          </p:cNvPr>
          <p:cNvGraphicFramePr/>
          <p:nvPr>
            <p:extLst>
              <p:ext uri="{D42A27DB-BD31-4B8C-83A1-F6EECF244321}">
                <p14:modId xmlns:p14="http://schemas.microsoft.com/office/powerpoint/2010/main" val="3360720460"/>
              </p:ext>
            </p:extLst>
          </p:nvPr>
        </p:nvGraphicFramePr>
        <p:xfrm>
          <a:off x="964023" y="1836820"/>
          <a:ext cx="9725163" cy="38199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Footer Placeholder 5">
            <a:extLst>
              <a:ext uri="{FF2B5EF4-FFF2-40B4-BE49-F238E27FC236}">
                <a16:creationId xmlns:a16="http://schemas.microsoft.com/office/drawing/2014/main" id="{794C0BAE-A003-126B-7B09-BFB70D525D53}"/>
              </a:ext>
            </a:extLst>
          </p:cNvPr>
          <p:cNvSpPr txBox="1">
            <a:spLocks/>
          </p:cNvSpPr>
          <p:nvPr/>
        </p:nvSpPr>
        <p:spPr>
          <a:xfrm>
            <a:off x="1217128" y="6310863"/>
            <a:ext cx="2908834" cy="247651"/>
          </a:xfrm>
          <a:prstGeom prst="rect">
            <a:avLst/>
          </a:prstGeom>
        </p:spPr>
        <p:txBody>
          <a:bodyPr rtlCol="0"/>
          <a:ls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dirty="0">
                <a:solidFill>
                  <a:schemeClr val="bg1"/>
                </a:solidFill>
              </a:rPr>
              <a:t>ML for Estimating Wind Patterns from Grass</a:t>
            </a:r>
          </a:p>
        </p:txBody>
      </p:sp>
    </p:spTree>
    <p:extLst>
      <p:ext uri="{BB962C8B-B14F-4D97-AF65-F5344CB8AC3E}">
        <p14:creationId xmlns:p14="http://schemas.microsoft.com/office/powerpoint/2010/main" val="481072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a:xfrm>
            <a:off x="952499" y="1164813"/>
            <a:ext cx="4941477" cy="610863"/>
          </a:xfrm>
        </p:spPr>
        <p:txBody>
          <a:bodyPr rtlCol="0"/>
          <a:lstStyle/>
          <a:p>
            <a:pPr rtl="0"/>
            <a:r>
              <a:rPr lang="en-GB" dirty="0"/>
              <a:t>Overview</a:t>
            </a:r>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3"/>
            <a:ext cx="4941477" cy="4000143"/>
          </a:xfrm>
        </p:spPr>
        <p:txBody>
          <a:bodyPr rtlCol="0"/>
          <a:lstStyle/>
          <a:p>
            <a:pPr marL="342900" indent="-342900">
              <a:buFont typeface="Arial" panose="020B0604020202020204" pitchFamily="34" charset="0"/>
              <a:buChar char="•"/>
            </a:pPr>
            <a:r>
              <a:rPr lang="en-GB" sz="1900" dirty="0"/>
              <a:t>Find the connection between grass lay and wind direction</a:t>
            </a:r>
          </a:p>
          <a:p>
            <a:pPr marL="342900" indent="-342900" rtl="0">
              <a:buFont typeface="Arial" panose="020B0604020202020204" pitchFamily="34" charset="0"/>
              <a:buChar char="•"/>
            </a:pPr>
            <a:r>
              <a:rPr lang="en-GB" sz="1900" b="1" dirty="0"/>
              <a:t>Preliminary</a:t>
            </a:r>
            <a:r>
              <a:rPr lang="en-GB" sz="1900" dirty="0"/>
              <a:t>: AI-generated and real grass images to see how ML techniques retrieve obvious/known grass-lay direction </a:t>
            </a:r>
          </a:p>
          <a:p>
            <a:pPr marL="342900" indent="-342900" rtl="0">
              <a:buFont typeface="Arial" panose="020B0604020202020204" pitchFamily="34" charset="0"/>
              <a:buChar char="•"/>
            </a:pPr>
            <a:r>
              <a:rPr lang="en-GB" sz="1900" b="1" dirty="0"/>
              <a:t>Goal</a:t>
            </a:r>
            <a:r>
              <a:rPr lang="en-GB" sz="1900" dirty="0"/>
              <a:t>: If this works on test images, this algorithm’s methods can be extrapolated to real-world grass images in Alaska</a:t>
            </a:r>
          </a:p>
          <a:p>
            <a:pPr rtl="0"/>
            <a:endParaRPr lang="en-GB" sz="1900" dirty="0"/>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rtl="0"/>
              <a:t>3</a:t>
            </a:fld>
            <a:endParaRPr lang="en-GB"/>
          </a:p>
        </p:txBody>
      </p:sp>
      <p:pic>
        <p:nvPicPr>
          <p:cNvPr id="10" name="Picture Placeholder 9" descr="A grassy field with trees in the background&#10;&#10;AI-generated content may be incorrect.">
            <a:extLst>
              <a:ext uri="{FF2B5EF4-FFF2-40B4-BE49-F238E27FC236}">
                <a16:creationId xmlns:a16="http://schemas.microsoft.com/office/drawing/2014/main" id="{0E97AEC1-70F6-EBFB-4B5B-84E587E4C49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7539" b="7539"/>
          <a:stretch>
            <a:fillRect/>
          </a:stretch>
        </p:blipFill>
        <p:spPr/>
      </p:pic>
      <p:sp>
        <p:nvSpPr>
          <p:cNvPr id="2" name="Footer Placeholder 5">
            <a:extLst>
              <a:ext uri="{FF2B5EF4-FFF2-40B4-BE49-F238E27FC236}">
                <a16:creationId xmlns:a16="http://schemas.microsoft.com/office/drawing/2014/main" id="{70FD425E-5BD1-9B92-E244-96AB376E9FB9}"/>
              </a:ext>
            </a:extLst>
          </p:cNvPr>
          <p:cNvSpPr txBox="1">
            <a:spLocks/>
          </p:cNvSpPr>
          <p:nvPr/>
        </p:nvSpPr>
        <p:spPr>
          <a:xfrm>
            <a:off x="1217128" y="6310863"/>
            <a:ext cx="2908834" cy="247651"/>
          </a:xfrm>
          <a:prstGeom prst="rect">
            <a:avLst/>
          </a:prstGeom>
        </p:spPr>
        <p:txBody>
          <a:bodyPr rtlCol="0"/>
          <a:ls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dirty="0">
                <a:solidFill>
                  <a:schemeClr val="bg1"/>
                </a:solidFill>
              </a:rPr>
              <a:t>ML for Estimating Wind Patterns from Grass</a:t>
            </a:r>
          </a:p>
        </p:txBody>
      </p:sp>
    </p:spTree>
    <p:extLst>
      <p:ext uri="{BB962C8B-B14F-4D97-AF65-F5344CB8AC3E}">
        <p14:creationId xmlns:p14="http://schemas.microsoft.com/office/powerpoint/2010/main" val="39124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800CFE-52FA-ACEF-6E8E-79819E56CE87}"/>
              </a:ext>
            </a:extLst>
          </p:cNvPr>
          <p:cNvSpPr>
            <a:spLocks noGrp="1"/>
          </p:cNvSpPr>
          <p:nvPr>
            <p:ph type="title"/>
          </p:nvPr>
        </p:nvSpPr>
        <p:spPr>
          <a:xfrm>
            <a:off x="952499" y="1187673"/>
            <a:ext cx="4941477" cy="610863"/>
          </a:xfrm>
        </p:spPr>
        <p:txBody>
          <a:bodyPr/>
          <a:lstStyle/>
          <a:p>
            <a:r>
              <a:rPr lang="en-GB" dirty="0"/>
              <a:t>Motivation</a:t>
            </a:r>
          </a:p>
        </p:txBody>
      </p:sp>
      <p:sp>
        <p:nvSpPr>
          <p:cNvPr id="4" name="Text Placeholder 3">
            <a:extLst>
              <a:ext uri="{FF2B5EF4-FFF2-40B4-BE49-F238E27FC236}">
                <a16:creationId xmlns:a16="http://schemas.microsoft.com/office/drawing/2014/main" id="{9F036EC3-DD00-4BD6-5C5F-E92FE01C5701}"/>
              </a:ext>
            </a:extLst>
          </p:cNvPr>
          <p:cNvSpPr>
            <a:spLocks noGrp="1"/>
          </p:cNvSpPr>
          <p:nvPr>
            <p:ph type="body" sz="quarter" idx="11"/>
          </p:nvPr>
        </p:nvSpPr>
        <p:spPr/>
        <p:txBody>
          <a:bodyPr/>
          <a:lstStyle/>
          <a:p>
            <a:r>
              <a:rPr lang="en-GB" sz="1900" dirty="0"/>
              <a:t>Why does this matter?</a:t>
            </a:r>
          </a:p>
          <a:p>
            <a:pPr marL="285750" indent="-285750">
              <a:buFont typeface="Arial" panose="020B0604020202020204" pitchFamily="34" charset="0"/>
              <a:buChar char="•"/>
            </a:pPr>
            <a:r>
              <a:rPr lang="en-GB" sz="1900" dirty="0"/>
              <a:t>Residents in </a:t>
            </a:r>
            <a:r>
              <a:rPr lang="en-GB" sz="1900" dirty="0" err="1"/>
              <a:t>Savoonga</a:t>
            </a:r>
            <a:r>
              <a:rPr lang="en-GB" sz="1900" dirty="0"/>
              <a:t>, Alaska have traditionally used grass orientation to interpret wind direction</a:t>
            </a:r>
          </a:p>
          <a:p>
            <a:pPr marL="285750" indent="-285750">
              <a:buFont typeface="Arial" panose="020B0604020202020204" pitchFamily="34" charset="0"/>
              <a:buChar char="•"/>
            </a:pPr>
            <a:r>
              <a:rPr lang="en-GB" sz="1900" dirty="0"/>
              <a:t>Monitoring wind direction is essential for agricultural practices (precipitation, sea ice extents, hunting, etc.)</a:t>
            </a:r>
          </a:p>
        </p:txBody>
      </p:sp>
      <p:sp>
        <p:nvSpPr>
          <p:cNvPr id="7" name="Slide Number Placeholder 6">
            <a:extLst>
              <a:ext uri="{FF2B5EF4-FFF2-40B4-BE49-F238E27FC236}">
                <a16:creationId xmlns:a16="http://schemas.microsoft.com/office/drawing/2014/main" id="{F7FDEFA2-0D14-CB74-79C4-CD4EF30CBE33}"/>
              </a:ext>
            </a:extLst>
          </p:cNvPr>
          <p:cNvSpPr>
            <a:spLocks noGrp="1"/>
          </p:cNvSpPr>
          <p:nvPr>
            <p:ph type="sldNum" sz="quarter" idx="16"/>
          </p:nvPr>
        </p:nvSpPr>
        <p:spPr/>
        <p:txBody>
          <a:bodyPr/>
          <a:lstStyle/>
          <a:p>
            <a:pPr rtl="0"/>
            <a:fld id="{294A09A9-5501-47C1-A89A-A340965A2BE2}" type="slidenum">
              <a:rPr lang="en-GB" noProof="0" smtClean="0"/>
              <a:pPr rtl="0"/>
              <a:t>4</a:t>
            </a:fld>
            <a:endParaRPr lang="en-GB" noProof="0" dirty="0"/>
          </a:p>
        </p:txBody>
      </p:sp>
      <p:sp>
        <p:nvSpPr>
          <p:cNvPr id="5" name="Footer Placeholder 5">
            <a:extLst>
              <a:ext uri="{FF2B5EF4-FFF2-40B4-BE49-F238E27FC236}">
                <a16:creationId xmlns:a16="http://schemas.microsoft.com/office/drawing/2014/main" id="{206CE4F6-7CB2-A73C-AA92-3D58D3068824}"/>
              </a:ext>
            </a:extLst>
          </p:cNvPr>
          <p:cNvSpPr txBox="1">
            <a:spLocks/>
          </p:cNvSpPr>
          <p:nvPr/>
        </p:nvSpPr>
        <p:spPr>
          <a:xfrm>
            <a:off x="1217128" y="6310863"/>
            <a:ext cx="2908834" cy="247651"/>
          </a:xfrm>
          <a:prstGeom prst="rect">
            <a:avLst/>
          </a:prstGeom>
        </p:spPr>
        <p:txBody>
          <a:bodyPr rtlCol="0"/>
          <a:ls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dirty="0">
                <a:solidFill>
                  <a:schemeClr val="bg1"/>
                </a:solidFill>
              </a:rPr>
              <a:t>ML for Estimating Wind Patterns from Grass</a:t>
            </a:r>
          </a:p>
        </p:txBody>
      </p:sp>
      <p:pic>
        <p:nvPicPr>
          <p:cNvPr id="1026" name="Picture 2">
            <a:extLst>
              <a:ext uri="{FF2B5EF4-FFF2-40B4-BE49-F238E27FC236}">
                <a16:creationId xmlns:a16="http://schemas.microsoft.com/office/drawing/2014/main" id="{927BA959-3655-69B0-17D5-6ECE0DC42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6333" y="1931731"/>
            <a:ext cx="5889256" cy="2994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73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366D0-AC47-7372-3834-E2B61ACCCBB1}"/>
              </a:ext>
            </a:extLst>
          </p:cNvPr>
          <p:cNvSpPr>
            <a:spLocks noGrp="1"/>
          </p:cNvSpPr>
          <p:nvPr>
            <p:ph type="title"/>
          </p:nvPr>
        </p:nvSpPr>
        <p:spPr>
          <a:xfrm>
            <a:off x="1124042" y="2305050"/>
            <a:ext cx="6335537" cy="3289971"/>
          </a:xfrm>
        </p:spPr>
        <p:txBody>
          <a:bodyPr>
            <a:normAutofit/>
          </a:bodyPr>
          <a:lstStyle/>
          <a:p>
            <a:r>
              <a:rPr lang="en-US" sz="2000" i="1" dirty="0"/>
              <a:t>…from a very young age hunters are taught that if they become lost on the tundra to dig down in the snow and look for the direction the grass is laying. Traditionally the grass would be laying down to the south, southeast. </a:t>
            </a:r>
            <a:r>
              <a:rPr lang="en-US" sz="2000" b="1" i="1" dirty="0"/>
              <a:t>But with climate change, hunters there are telling us that the prevailing wind direction has switched to the southwest, meaning the grass would be laying down to the north, northeast</a:t>
            </a:r>
            <a:r>
              <a:rPr lang="en-US" sz="2000" i="1" dirty="0"/>
              <a:t>. </a:t>
            </a:r>
            <a:br>
              <a:rPr lang="en-US" sz="2000" i="1" dirty="0"/>
            </a:br>
            <a:br>
              <a:rPr lang="en-US" sz="2000" i="1" dirty="0"/>
            </a:br>
            <a:r>
              <a:rPr lang="en-US" sz="2000" i="1" dirty="0"/>
              <a:t>                                                          - </a:t>
            </a:r>
            <a:r>
              <a:rPr lang="en-US" sz="2000" i="1" dirty="0" err="1"/>
              <a:t>Aksik</a:t>
            </a:r>
            <a:r>
              <a:rPr lang="en-US" sz="2000" i="1" dirty="0"/>
              <a:t> article</a:t>
            </a:r>
            <a:endParaRPr lang="en-GB" sz="2000" i="1" dirty="0"/>
          </a:p>
        </p:txBody>
      </p:sp>
      <p:sp>
        <p:nvSpPr>
          <p:cNvPr id="3" name="Footer Placeholder 5">
            <a:extLst>
              <a:ext uri="{FF2B5EF4-FFF2-40B4-BE49-F238E27FC236}">
                <a16:creationId xmlns:a16="http://schemas.microsoft.com/office/drawing/2014/main" id="{71EE9548-C12A-97F3-5F57-170E4F1AF0D9}"/>
              </a:ext>
            </a:extLst>
          </p:cNvPr>
          <p:cNvSpPr txBox="1">
            <a:spLocks/>
          </p:cNvSpPr>
          <p:nvPr/>
        </p:nvSpPr>
        <p:spPr>
          <a:xfrm>
            <a:off x="1217128" y="6310863"/>
            <a:ext cx="2908834" cy="247651"/>
          </a:xfrm>
          <a:prstGeom prst="rect">
            <a:avLst/>
          </a:prstGeom>
        </p:spPr>
        <p:txBody>
          <a:bodyPr rtlCol="0"/>
          <a:ls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dirty="0">
                <a:solidFill>
                  <a:schemeClr val="bg1"/>
                </a:solidFill>
              </a:rPr>
              <a:t>ML for Estimating Wind Patterns from Grass</a:t>
            </a:r>
          </a:p>
        </p:txBody>
      </p:sp>
    </p:spTree>
    <p:extLst>
      <p:ext uri="{BB962C8B-B14F-4D97-AF65-F5344CB8AC3E}">
        <p14:creationId xmlns:p14="http://schemas.microsoft.com/office/powerpoint/2010/main" val="2264170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40BD1-7890-7233-0A43-A3DF6C89A9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3806F45-9ACA-D7EB-F2F9-F41E45EB5EEF}"/>
              </a:ext>
            </a:extLst>
          </p:cNvPr>
          <p:cNvSpPr>
            <a:spLocks noGrp="1"/>
          </p:cNvSpPr>
          <p:nvPr>
            <p:ph type="title"/>
          </p:nvPr>
        </p:nvSpPr>
        <p:spPr>
          <a:xfrm>
            <a:off x="952499" y="1187673"/>
            <a:ext cx="4941477" cy="610863"/>
          </a:xfrm>
        </p:spPr>
        <p:txBody>
          <a:bodyPr/>
          <a:lstStyle/>
          <a:p>
            <a:r>
              <a:rPr lang="en-GB" dirty="0"/>
              <a:t>Motivation</a:t>
            </a:r>
          </a:p>
        </p:txBody>
      </p:sp>
      <p:sp>
        <p:nvSpPr>
          <p:cNvPr id="4" name="Text Placeholder 3">
            <a:extLst>
              <a:ext uri="{FF2B5EF4-FFF2-40B4-BE49-F238E27FC236}">
                <a16:creationId xmlns:a16="http://schemas.microsoft.com/office/drawing/2014/main" id="{AFC8CB2B-AA77-73A4-D64D-26F760BC93E5}"/>
              </a:ext>
            </a:extLst>
          </p:cNvPr>
          <p:cNvSpPr>
            <a:spLocks noGrp="1"/>
          </p:cNvSpPr>
          <p:nvPr>
            <p:ph type="body" sz="quarter" idx="11"/>
          </p:nvPr>
        </p:nvSpPr>
        <p:spPr>
          <a:xfrm>
            <a:off x="952499" y="2289363"/>
            <a:ext cx="7114541" cy="2795232"/>
          </a:xfrm>
        </p:spPr>
        <p:txBody>
          <a:bodyPr/>
          <a:lstStyle/>
          <a:p>
            <a:r>
              <a:rPr lang="en-GB" sz="1900" dirty="0"/>
              <a:t>What is the problem?</a:t>
            </a:r>
          </a:p>
          <a:p>
            <a:pPr marL="285750" indent="-285750">
              <a:buFont typeface="Arial" panose="020B0604020202020204" pitchFamily="34" charset="0"/>
              <a:buChar char="•"/>
            </a:pPr>
            <a:r>
              <a:rPr lang="en-GB" sz="1900" dirty="0"/>
              <a:t>Harsh Arctic climate and wildlife in regions like </a:t>
            </a:r>
            <a:r>
              <a:rPr lang="en-GB" sz="1900" dirty="0" err="1"/>
              <a:t>Savoonga</a:t>
            </a:r>
            <a:r>
              <a:rPr lang="en-GB" sz="1900" dirty="0"/>
              <a:t>, Alaska make it difficult to keep track of changing weather patterns across time</a:t>
            </a:r>
          </a:p>
          <a:p>
            <a:pPr marL="285750" indent="-285750">
              <a:buFont typeface="Arial" panose="020B0604020202020204" pitchFamily="34" charset="0"/>
              <a:buChar char="•"/>
            </a:pPr>
            <a:r>
              <a:rPr lang="en-GB" sz="1900" dirty="0"/>
              <a:t>So we need other methods, for example, looking at grass orientation</a:t>
            </a:r>
          </a:p>
          <a:p>
            <a:pPr marL="285750" indent="-285750">
              <a:buFont typeface="Arial" panose="020B0604020202020204" pitchFamily="34" charset="0"/>
              <a:buChar char="•"/>
            </a:pPr>
            <a:r>
              <a:rPr lang="en-GB" sz="1900" dirty="0"/>
              <a:t>Constantly changing climate conditions make it harder to align previously known grass orientation to weather conditions</a:t>
            </a:r>
          </a:p>
        </p:txBody>
      </p:sp>
      <p:sp>
        <p:nvSpPr>
          <p:cNvPr id="7" name="Slide Number Placeholder 6">
            <a:extLst>
              <a:ext uri="{FF2B5EF4-FFF2-40B4-BE49-F238E27FC236}">
                <a16:creationId xmlns:a16="http://schemas.microsoft.com/office/drawing/2014/main" id="{AF0D3431-C861-5DEA-5004-2DB96AAAF47A}"/>
              </a:ext>
            </a:extLst>
          </p:cNvPr>
          <p:cNvSpPr>
            <a:spLocks noGrp="1"/>
          </p:cNvSpPr>
          <p:nvPr>
            <p:ph type="sldNum" sz="quarter" idx="16"/>
          </p:nvPr>
        </p:nvSpPr>
        <p:spPr/>
        <p:txBody>
          <a:bodyPr/>
          <a:lstStyle/>
          <a:p>
            <a:pPr rtl="0"/>
            <a:fld id="{294A09A9-5501-47C1-A89A-A340965A2BE2}" type="slidenum">
              <a:rPr lang="en-GB" noProof="0" smtClean="0"/>
              <a:pPr rtl="0"/>
              <a:t>6</a:t>
            </a:fld>
            <a:endParaRPr lang="en-GB" noProof="0" dirty="0"/>
          </a:p>
        </p:txBody>
      </p:sp>
      <p:sp>
        <p:nvSpPr>
          <p:cNvPr id="5" name="Footer Placeholder 5">
            <a:extLst>
              <a:ext uri="{FF2B5EF4-FFF2-40B4-BE49-F238E27FC236}">
                <a16:creationId xmlns:a16="http://schemas.microsoft.com/office/drawing/2014/main" id="{5B46C830-94CA-BEA1-3B0A-23A0DC77B21B}"/>
              </a:ext>
            </a:extLst>
          </p:cNvPr>
          <p:cNvSpPr txBox="1">
            <a:spLocks/>
          </p:cNvSpPr>
          <p:nvPr/>
        </p:nvSpPr>
        <p:spPr>
          <a:xfrm>
            <a:off x="1217128" y="6310863"/>
            <a:ext cx="2908834" cy="247651"/>
          </a:xfrm>
          <a:prstGeom prst="rect">
            <a:avLst/>
          </a:prstGeom>
        </p:spPr>
        <p:txBody>
          <a:bodyPr rtlCol="0"/>
          <a:ls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dirty="0">
                <a:solidFill>
                  <a:schemeClr val="bg1"/>
                </a:solidFill>
              </a:rPr>
              <a:t>ML for Estimating Wind Patterns from Grass</a:t>
            </a:r>
          </a:p>
        </p:txBody>
      </p:sp>
      <p:pic>
        <p:nvPicPr>
          <p:cNvPr id="2050" name="Picture 2" descr="Generated image">
            <a:extLst>
              <a:ext uri="{FF2B5EF4-FFF2-40B4-BE49-F238E27FC236}">
                <a16:creationId xmlns:a16="http://schemas.microsoft.com/office/drawing/2014/main" id="{36ED26FC-AAB8-20F4-6978-126FEFE6C7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9572" y="1280160"/>
            <a:ext cx="2865120" cy="429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013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1EB70-DCCC-28F5-E17F-51CE924272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BC78A3-6D0F-12AE-733F-28BED76E8C49}"/>
              </a:ext>
            </a:extLst>
          </p:cNvPr>
          <p:cNvSpPr>
            <a:spLocks noGrp="1"/>
          </p:cNvSpPr>
          <p:nvPr>
            <p:ph type="title"/>
          </p:nvPr>
        </p:nvSpPr>
        <p:spPr>
          <a:xfrm>
            <a:off x="952499" y="1187673"/>
            <a:ext cx="4941477" cy="610863"/>
          </a:xfrm>
        </p:spPr>
        <p:txBody>
          <a:bodyPr/>
          <a:lstStyle/>
          <a:p>
            <a:r>
              <a:rPr lang="en-GB" dirty="0"/>
              <a:t>Goal</a:t>
            </a:r>
          </a:p>
        </p:txBody>
      </p:sp>
      <p:sp>
        <p:nvSpPr>
          <p:cNvPr id="4" name="Text Placeholder 3">
            <a:extLst>
              <a:ext uri="{FF2B5EF4-FFF2-40B4-BE49-F238E27FC236}">
                <a16:creationId xmlns:a16="http://schemas.microsoft.com/office/drawing/2014/main" id="{1ADD7C87-CCE2-D550-0FB2-FDDFBE6E9F4B}"/>
              </a:ext>
            </a:extLst>
          </p:cNvPr>
          <p:cNvSpPr>
            <a:spLocks noGrp="1"/>
          </p:cNvSpPr>
          <p:nvPr>
            <p:ph type="body" sz="quarter" idx="11"/>
          </p:nvPr>
        </p:nvSpPr>
        <p:spPr>
          <a:xfrm>
            <a:off x="952499" y="2289363"/>
            <a:ext cx="4747261" cy="2795232"/>
          </a:xfrm>
        </p:spPr>
        <p:txBody>
          <a:bodyPr/>
          <a:lstStyle/>
          <a:p>
            <a:r>
              <a:rPr lang="en-GB" sz="1900" dirty="0"/>
              <a:t>How can we use grass images taken by drones to recalibrate evolving wind direction data?</a:t>
            </a:r>
          </a:p>
          <a:p>
            <a:pPr marL="285750" indent="-285750">
              <a:buFont typeface="Arial" panose="020B0604020202020204" pitchFamily="34" charset="0"/>
              <a:buChar char="•"/>
            </a:pPr>
            <a:r>
              <a:rPr lang="en-GB" sz="1900" dirty="0"/>
              <a:t>Dr. Rosales (“</a:t>
            </a:r>
            <a:r>
              <a:rPr lang="en-GB" sz="1900" i="1" dirty="0"/>
              <a:t>Environmental Studies, St Lawrence University</a:t>
            </a:r>
            <a:r>
              <a:rPr lang="en-GB" sz="1900" dirty="0"/>
              <a:t>”) and his team have taken grass images and manually measured angles of grass orientation to determine wind patterns</a:t>
            </a:r>
          </a:p>
          <a:p>
            <a:pPr marL="285750" indent="-285750">
              <a:buFont typeface="Arial" panose="020B0604020202020204" pitchFamily="34" charset="0"/>
              <a:buChar char="•"/>
            </a:pPr>
            <a:r>
              <a:rPr lang="en-GB" sz="1900" dirty="0"/>
              <a:t>Can we use a Machine Learning algorithm to automate this?</a:t>
            </a:r>
          </a:p>
        </p:txBody>
      </p:sp>
      <p:sp>
        <p:nvSpPr>
          <p:cNvPr id="7" name="Slide Number Placeholder 6">
            <a:extLst>
              <a:ext uri="{FF2B5EF4-FFF2-40B4-BE49-F238E27FC236}">
                <a16:creationId xmlns:a16="http://schemas.microsoft.com/office/drawing/2014/main" id="{7D9B1017-8C1D-88C1-3399-B7C2D1C6C15D}"/>
              </a:ext>
            </a:extLst>
          </p:cNvPr>
          <p:cNvSpPr>
            <a:spLocks noGrp="1"/>
          </p:cNvSpPr>
          <p:nvPr>
            <p:ph type="sldNum" sz="quarter" idx="16"/>
          </p:nvPr>
        </p:nvSpPr>
        <p:spPr/>
        <p:txBody>
          <a:bodyPr/>
          <a:lstStyle/>
          <a:p>
            <a:pPr rtl="0"/>
            <a:fld id="{294A09A9-5501-47C1-A89A-A340965A2BE2}" type="slidenum">
              <a:rPr lang="en-GB" noProof="0" smtClean="0"/>
              <a:pPr rtl="0"/>
              <a:t>7</a:t>
            </a:fld>
            <a:endParaRPr lang="en-GB" noProof="0" dirty="0"/>
          </a:p>
        </p:txBody>
      </p:sp>
      <p:sp>
        <p:nvSpPr>
          <p:cNvPr id="5" name="Footer Placeholder 5">
            <a:extLst>
              <a:ext uri="{FF2B5EF4-FFF2-40B4-BE49-F238E27FC236}">
                <a16:creationId xmlns:a16="http://schemas.microsoft.com/office/drawing/2014/main" id="{BCC7E043-EE9C-4327-BF15-0E9D40ADB602}"/>
              </a:ext>
            </a:extLst>
          </p:cNvPr>
          <p:cNvSpPr txBox="1">
            <a:spLocks/>
          </p:cNvSpPr>
          <p:nvPr/>
        </p:nvSpPr>
        <p:spPr>
          <a:xfrm>
            <a:off x="1217128" y="6310863"/>
            <a:ext cx="2908834" cy="247651"/>
          </a:xfrm>
          <a:prstGeom prst="rect">
            <a:avLst/>
          </a:prstGeom>
        </p:spPr>
        <p:txBody>
          <a:bodyPr rtlCol="0"/>
          <a:ls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dirty="0">
                <a:solidFill>
                  <a:schemeClr val="bg1"/>
                </a:solidFill>
              </a:rPr>
              <a:t>ML for Estimating Wind Patterns from Grass</a:t>
            </a:r>
          </a:p>
        </p:txBody>
      </p:sp>
      <p:pic>
        <p:nvPicPr>
          <p:cNvPr id="8" name="Picture 7">
            <a:extLst>
              <a:ext uri="{FF2B5EF4-FFF2-40B4-BE49-F238E27FC236}">
                <a16:creationId xmlns:a16="http://schemas.microsoft.com/office/drawing/2014/main" id="{32464BC3-AAEB-6F2F-2A0E-9364FE7AFDA3}"/>
              </a:ext>
            </a:extLst>
          </p:cNvPr>
          <p:cNvPicPr>
            <a:picLocks noChangeAspect="1"/>
          </p:cNvPicPr>
          <p:nvPr/>
        </p:nvPicPr>
        <p:blipFill>
          <a:blip r:embed="rId3"/>
          <a:stretch>
            <a:fillRect/>
          </a:stretch>
        </p:blipFill>
        <p:spPr>
          <a:xfrm>
            <a:off x="5792376" y="2367582"/>
            <a:ext cx="6220693" cy="2638793"/>
          </a:xfrm>
          <a:prstGeom prst="rect">
            <a:avLst/>
          </a:prstGeom>
        </p:spPr>
      </p:pic>
    </p:spTree>
    <p:extLst>
      <p:ext uri="{BB962C8B-B14F-4D97-AF65-F5344CB8AC3E}">
        <p14:creationId xmlns:p14="http://schemas.microsoft.com/office/powerpoint/2010/main" val="1663549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72DB-F978-2273-C15E-241DE5CCFAEC}"/>
              </a:ext>
            </a:extLst>
          </p:cNvPr>
          <p:cNvSpPr>
            <a:spLocks noGrp="1"/>
          </p:cNvSpPr>
          <p:nvPr>
            <p:ph type="title"/>
          </p:nvPr>
        </p:nvSpPr>
        <p:spPr/>
        <p:txBody>
          <a:bodyPr>
            <a:normAutofit fontScale="90000"/>
          </a:bodyPr>
          <a:lstStyle/>
          <a:p>
            <a:r>
              <a:rPr lang="en-GB" dirty="0"/>
              <a:t>Stages of Research </a:t>
            </a:r>
          </a:p>
        </p:txBody>
      </p:sp>
      <p:sp>
        <p:nvSpPr>
          <p:cNvPr id="3" name="Text Placeholder 2">
            <a:extLst>
              <a:ext uri="{FF2B5EF4-FFF2-40B4-BE49-F238E27FC236}">
                <a16:creationId xmlns:a16="http://schemas.microsoft.com/office/drawing/2014/main" id="{B5D7DC7C-B6E1-CC49-BBE0-847CDCB1BFA6}"/>
              </a:ext>
            </a:extLst>
          </p:cNvPr>
          <p:cNvSpPr>
            <a:spLocks noGrp="1"/>
          </p:cNvSpPr>
          <p:nvPr>
            <p:ph type="body" sz="quarter" idx="12"/>
          </p:nvPr>
        </p:nvSpPr>
        <p:spPr>
          <a:xfrm>
            <a:off x="1296954" y="2934855"/>
            <a:ext cx="4026886" cy="912849"/>
          </a:xfrm>
        </p:spPr>
        <p:txBody>
          <a:bodyPr/>
          <a:lstStyle/>
          <a:p>
            <a:r>
              <a:rPr lang="en-US" sz="1800" dirty="0"/>
              <a:t>Can we measure grass orientation from images?</a:t>
            </a:r>
          </a:p>
          <a:p>
            <a:r>
              <a:rPr lang="en-US" sz="1800" dirty="0"/>
              <a:t>Yes! – HOG Algorithm </a:t>
            </a:r>
            <a:r>
              <a:rPr lang="en-US" sz="1800" i="1" dirty="0"/>
              <a:t>(Sunshine, 2024).</a:t>
            </a:r>
            <a:endParaRPr lang="en-GB" sz="1800" i="1" dirty="0"/>
          </a:p>
        </p:txBody>
      </p:sp>
      <p:sp>
        <p:nvSpPr>
          <p:cNvPr id="4" name="Text Placeholder 3">
            <a:extLst>
              <a:ext uri="{FF2B5EF4-FFF2-40B4-BE49-F238E27FC236}">
                <a16:creationId xmlns:a16="http://schemas.microsoft.com/office/drawing/2014/main" id="{8619DA1F-0104-B1DA-1AE0-027D3766D122}"/>
              </a:ext>
            </a:extLst>
          </p:cNvPr>
          <p:cNvSpPr>
            <a:spLocks noGrp="1"/>
          </p:cNvSpPr>
          <p:nvPr>
            <p:ph type="body" sz="quarter" idx="11"/>
          </p:nvPr>
        </p:nvSpPr>
        <p:spPr/>
        <p:txBody>
          <a:bodyPr/>
          <a:lstStyle/>
          <a:p>
            <a:r>
              <a:rPr lang="en-GB" dirty="0"/>
              <a:t>1</a:t>
            </a:r>
            <a:r>
              <a:rPr lang="en-GB" baseline="30000" dirty="0"/>
              <a:t>st</a:t>
            </a:r>
            <a:r>
              <a:rPr lang="en-GB" dirty="0"/>
              <a:t> Step</a:t>
            </a:r>
          </a:p>
        </p:txBody>
      </p:sp>
      <p:sp>
        <p:nvSpPr>
          <p:cNvPr id="5" name="Text Placeholder 4">
            <a:extLst>
              <a:ext uri="{FF2B5EF4-FFF2-40B4-BE49-F238E27FC236}">
                <a16:creationId xmlns:a16="http://schemas.microsoft.com/office/drawing/2014/main" id="{C8811E8D-A97C-DFAF-0E1F-9829AB147F4B}"/>
              </a:ext>
            </a:extLst>
          </p:cNvPr>
          <p:cNvSpPr>
            <a:spLocks noGrp="1"/>
          </p:cNvSpPr>
          <p:nvPr>
            <p:ph type="body" sz="quarter" idx="30"/>
          </p:nvPr>
        </p:nvSpPr>
        <p:spPr/>
        <p:txBody>
          <a:bodyPr/>
          <a:lstStyle/>
          <a:p>
            <a:r>
              <a:rPr lang="en-US" sz="1800" dirty="0"/>
              <a:t>How well can the components of HOG recover direction of grass leaning under controlled scenarios?</a:t>
            </a:r>
            <a:endParaRPr lang="en-GB" sz="1800" dirty="0"/>
          </a:p>
        </p:txBody>
      </p:sp>
      <p:sp>
        <p:nvSpPr>
          <p:cNvPr id="6" name="Text Placeholder 5">
            <a:extLst>
              <a:ext uri="{FF2B5EF4-FFF2-40B4-BE49-F238E27FC236}">
                <a16:creationId xmlns:a16="http://schemas.microsoft.com/office/drawing/2014/main" id="{7B4A9F9B-671B-C6F2-ED27-5AF0FBC4F053}"/>
              </a:ext>
            </a:extLst>
          </p:cNvPr>
          <p:cNvSpPr>
            <a:spLocks noGrp="1"/>
          </p:cNvSpPr>
          <p:nvPr>
            <p:ph type="body" sz="quarter" idx="31"/>
          </p:nvPr>
        </p:nvSpPr>
        <p:spPr/>
        <p:txBody>
          <a:bodyPr/>
          <a:lstStyle/>
          <a:p>
            <a:r>
              <a:rPr lang="en-GB" dirty="0"/>
              <a:t>2</a:t>
            </a:r>
            <a:r>
              <a:rPr lang="en-GB" baseline="30000" dirty="0"/>
              <a:t>nd</a:t>
            </a:r>
            <a:r>
              <a:rPr lang="en-GB" dirty="0"/>
              <a:t> Step</a:t>
            </a:r>
          </a:p>
        </p:txBody>
      </p:sp>
      <p:sp>
        <p:nvSpPr>
          <p:cNvPr id="7" name="Text Placeholder 6">
            <a:extLst>
              <a:ext uri="{FF2B5EF4-FFF2-40B4-BE49-F238E27FC236}">
                <a16:creationId xmlns:a16="http://schemas.microsoft.com/office/drawing/2014/main" id="{31179BF5-C70D-AC01-AD4A-1BA39EFA03AF}"/>
              </a:ext>
            </a:extLst>
          </p:cNvPr>
          <p:cNvSpPr>
            <a:spLocks noGrp="1"/>
          </p:cNvSpPr>
          <p:nvPr>
            <p:ph type="body" sz="quarter" idx="32"/>
          </p:nvPr>
        </p:nvSpPr>
        <p:spPr/>
        <p:txBody>
          <a:bodyPr/>
          <a:lstStyle/>
          <a:p>
            <a:r>
              <a:rPr lang="en-US" sz="1800" dirty="0"/>
              <a:t>How might this support communities monitoring wind?</a:t>
            </a:r>
            <a:endParaRPr lang="en-GB" sz="1800" dirty="0"/>
          </a:p>
        </p:txBody>
      </p:sp>
      <p:sp>
        <p:nvSpPr>
          <p:cNvPr id="8" name="Text Placeholder 7">
            <a:extLst>
              <a:ext uri="{FF2B5EF4-FFF2-40B4-BE49-F238E27FC236}">
                <a16:creationId xmlns:a16="http://schemas.microsoft.com/office/drawing/2014/main" id="{D24351C8-6CCB-DCEF-B0CB-2C7C1595F134}"/>
              </a:ext>
            </a:extLst>
          </p:cNvPr>
          <p:cNvSpPr>
            <a:spLocks noGrp="1"/>
          </p:cNvSpPr>
          <p:nvPr>
            <p:ph type="body" sz="quarter" idx="33"/>
          </p:nvPr>
        </p:nvSpPr>
        <p:spPr/>
        <p:txBody>
          <a:bodyPr/>
          <a:lstStyle/>
          <a:p>
            <a:r>
              <a:rPr lang="en-GB" dirty="0"/>
              <a:t>4</a:t>
            </a:r>
            <a:r>
              <a:rPr lang="en-GB" baseline="30000" dirty="0"/>
              <a:t>th</a:t>
            </a:r>
            <a:r>
              <a:rPr lang="en-GB" dirty="0"/>
              <a:t> Step</a:t>
            </a:r>
          </a:p>
        </p:txBody>
      </p:sp>
      <p:sp>
        <p:nvSpPr>
          <p:cNvPr id="9" name="Text Placeholder 8">
            <a:extLst>
              <a:ext uri="{FF2B5EF4-FFF2-40B4-BE49-F238E27FC236}">
                <a16:creationId xmlns:a16="http://schemas.microsoft.com/office/drawing/2014/main" id="{45D02025-0035-AE95-E30E-765C9DBF0F17}"/>
              </a:ext>
            </a:extLst>
          </p:cNvPr>
          <p:cNvSpPr>
            <a:spLocks noGrp="1"/>
          </p:cNvSpPr>
          <p:nvPr>
            <p:ph type="body" sz="quarter" idx="34"/>
          </p:nvPr>
        </p:nvSpPr>
        <p:spPr>
          <a:xfrm>
            <a:off x="6438142" y="2934856"/>
            <a:ext cx="3721857" cy="369332"/>
          </a:xfrm>
        </p:spPr>
        <p:txBody>
          <a:bodyPr/>
          <a:lstStyle/>
          <a:p>
            <a:r>
              <a:rPr lang="en-GB" sz="1800" dirty="0"/>
              <a:t>How well can we replicate findings using the algorithm with images from Canton before Alaska?</a:t>
            </a:r>
          </a:p>
        </p:txBody>
      </p:sp>
      <p:sp>
        <p:nvSpPr>
          <p:cNvPr id="10" name="Text Placeholder 9">
            <a:extLst>
              <a:ext uri="{FF2B5EF4-FFF2-40B4-BE49-F238E27FC236}">
                <a16:creationId xmlns:a16="http://schemas.microsoft.com/office/drawing/2014/main" id="{2908EB3C-9122-EE52-3EB3-F8F3D9979C51}"/>
              </a:ext>
            </a:extLst>
          </p:cNvPr>
          <p:cNvSpPr>
            <a:spLocks noGrp="1"/>
          </p:cNvSpPr>
          <p:nvPr>
            <p:ph type="body" sz="quarter" idx="35"/>
          </p:nvPr>
        </p:nvSpPr>
        <p:spPr/>
        <p:txBody>
          <a:bodyPr/>
          <a:lstStyle/>
          <a:p>
            <a:r>
              <a:rPr lang="en-GB" dirty="0"/>
              <a:t>3</a:t>
            </a:r>
            <a:r>
              <a:rPr lang="en-GB" baseline="30000" dirty="0"/>
              <a:t>rd</a:t>
            </a:r>
            <a:r>
              <a:rPr lang="en-GB" dirty="0"/>
              <a:t> Step</a:t>
            </a:r>
          </a:p>
        </p:txBody>
      </p:sp>
      <p:sp>
        <p:nvSpPr>
          <p:cNvPr id="13" name="Slide Number Placeholder 12">
            <a:extLst>
              <a:ext uri="{FF2B5EF4-FFF2-40B4-BE49-F238E27FC236}">
                <a16:creationId xmlns:a16="http://schemas.microsoft.com/office/drawing/2014/main" id="{AA09FF02-8225-C062-C478-122055B2E530}"/>
              </a:ext>
            </a:extLst>
          </p:cNvPr>
          <p:cNvSpPr>
            <a:spLocks noGrp="1"/>
          </p:cNvSpPr>
          <p:nvPr>
            <p:ph type="sldNum" sz="quarter" idx="38"/>
          </p:nvPr>
        </p:nvSpPr>
        <p:spPr/>
        <p:txBody>
          <a:bodyPr/>
          <a:lstStyle/>
          <a:p>
            <a:pPr rtl="0"/>
            <a:fld id="{294A09A9-5501-47C1-A89A-A340965A2BE2}" type="slidenum">
              <a:rPr lang="en-GB" noProof="0" smtClean="0"/>
              <a:pPr rtl="0"/>
              <a:t>8</a:t>
            </a:fld>
            <a:endParaRPr lang="en-GB" noProof="0">
              <a:latin typeface="+mn-lt"/>
            </a:endParaRPr>
          </a:p>
        </p:txBody>
      </p:sp>
      <p:sp>
        <p:nvSpPr>
          <p:cNvPr id="11" name="Footer Placeholder 5">
            <a:extLst>
              <a:ext uri="{FF2B5EF4-FFF2-40B4-BE49-F238E27FC236}">
                <a16:creationId xmlns:a16="http://schemas.microsoft.com/office/drawing/2014/main" id="{CD905B95-39D6-8C8A-F1C3-71E31C15AB03}"/>
              </a:ext>
            </a:extLst>
          </p:cNvPr>
          <p:cNvSpPr txBox="1">
            <a:spLocks/>
          </p:cNvSpPr>
          <p:nvPr/>
        </p:nvSpPr>
        <p:spPr>
          <a:xfrm>
            <a:off x="1217128" y="6310863"/>
            <a:ext cx="2908834" cy="247651"/>
          </a:xfrm>
          <a:prstGeom prst="rect">
            <a:avLst/>
          </a:prstGeom>
        </p:spPr>
        <p:txBody>
          <a:bodyPr rtlCol="0"/>
          <a:ls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dirty="0">
                <a:solidFill>
                  <a:schemeClr val="bg1"/>
                </a:solidFill>
              </a:rPr>
              <a:t>ML for Estimating Wind Patterns from Grass</a:t>
            </a:r>
          </a:p>
        </p:txBody>
      </p:sp>
    </p:spTree>
    <p:extLst>
      <p:ext uri="{BB962C8B-B14F-4D97-AF65-F5344CB8AC3E}">
        <p14:creationId xmlns:p14="http://schemas.microsoft.com/office/powerpoint/2010/main" val="2792874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0E42F-9F26-6EAE-D493-CA759475961C}"/>
              </a:ext>
            </a:extLst>
          </p:cNvPr>
          <p:cNvSpPr>
            <a:spLocks noGrp="1"/>
          </p:cNvSpPr>
          <p:nvPr>
            <p:ph type="title"/>
          </p:nvPr>
        </p:nvSpPr>
        <p:spPr>
          <a:xfrm>
            <a:off x="948260" y="1556295"/>
            <a:ext cx="7532277" cy="610863"/>
          </a:xfrm>
        </p:spPr>
        <p:txBody>
          <a:bodyPr>
            <a:noAutofit/>
          </a:bodyPr>
          <a:lstStyle/>
          <a:p>
            <a:r>
              <a:rPr lang="en-GB" sz="3500" dirty="0"/>
              <a:t>How does the HOG Algorithm</a:t>
            </a:r>
            <a:br>
              <a:rPr lang="en-GB" sz="3500" dirty="0"/>
            </a:br>
            <a:r>
              <a:rPr lang="en-GB" sz="3500" dirty="0"/>
              <a:t>work?</a:t>
            </a:r>
          </a:p>
        </p:txBody>
      </p:sp>
      <p:sp>
        <p:nvSpPr>
          <p:cNvPr id="17" name="Slide Number Placeholder 16">
            <a:extLst>
              <a:ext uri="{FF2B5EF4-FFF2-40B4-BE49-F238E27FC236}">
                <a16:creationId xmlns:a16="http://schemas.microsoft.com/office/drawing/2014/main" id="{CC9DBC94-2F32-EA22-12B0-385D7CBA04E3}"/>
              </a:ext>
            </a:extLst>
          </p:cNvPr>
          <p:cNvSpPr>
            <a:spLocks noGrp="1"/>
          </p:cNvSpPr>
          <p:nvPr>
            <p:ph type="sldNum" sz="quarter" idx="34"/>
          </p:nvPr>
        </p:nvSpPr>
        <p:spPr/>
        <p:txBody>
          <a:bodyPr/>
          <a:lstStyle/>
          <a:p>
            <a:pPr rtl="0"/>
            <a:fld id="{294A09A9-5501-47C1-A89A-A340965A2BE2}" type="slidenum">
              <a:rPr lang="en-GB" noProof="0" smtClean="0"/>
              <a:pPr rtl="0"/>
              <a:t>9</a:t>
            </a:fld>
            <a:endParaRPr lang="en-GB" noProof="0" dirty="0"/>
          </a:p>
        </p:txBody>
      </p:sp>
      <p:sp>
        <p:nvSpPr>
          <p:cNvPr id="6" name="Footer Placeholder 5">
            <a:extLst>
              <a:ext uri="{FF2B5EF4-FFF2-40B4-BE49-F238E27FC236}">
                <a16:creationId xmlns:a16="http://schemas.microsoft.com/office/drawing/2014/main" id="{DF37E057-21C8-F436-34B9-E448B061F280}"/>
              </a:ext>
            </a:extLst>
          </p:cNvPr>
          <p:cNvSpPr txBox="1">
            <a:spLocks/>
          </p:cNvSpPr>
          <p:nvPr/>
        </p:nvSpPr>
        <p:spPr>
          <a:xfrm>
            <a:off x="1217128" y="6310863"/>
            <a:ext cx="2908834" cy="247651"/>
          </a:xfrm>
          <a:prstGeom prst="rect">
            <a:avLst/>
          </a:prstGeom>
        </p:spPr>
        <p:txBody>
          <a:bodyPr rtlCol="0"/>
          <a:ls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dirty="0">
                <a:solidFill>
                  <a:schemeClr val="bg1"/>
                </a:solidFill>
              </a:rPr>
              <a:t>ML for Estimating Wind Patterns from Grass</a:t>
            </a:r>
          </a:p>
        </p:txBody>
      </p:sp>
      <p:pic>
        <p:nvPicPr>
          <p:cNvPr id="1032" name="Picture 8" descr="Output-Image">
            <a:extLst>
              <a:ext uri="{FF2B5EF4-FFF2-40B4-BE49-F238E27FC236}">
                <a16:creationId xmlns:a16="http://schemas.microsoft.com/office/drawing/2014/main" id="{854F3FB0-CCBB-0F0D-9690-4A168F9CC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291" y="2188515"/>
            <a:ext cx="5901624" cy="295735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E15128D9-ECA7-0F11-B7A1-36F788BC35F7}"/>
              </a:ext>
            </a:extLst>
          </p:cNvPr>
          <p:cNvPicPr>
            <a:picLocks noChangeAspect="1"/>
          </p:cNvPicPr>
          <p:nvPr/>
        </p:nvPicPr>
        <p:blipFill>
          <a:blip r:embed="rId4"/>
          <a:stretch>
            <a:fillRect/>
          </a:stretch>
        </p:blipFill>
        <p:spPr>
          <a:xfrm>
            <a:off x="3871068" y="3215640"/>
            <a:ext cx="3872523" cy="1205355"/>
          </a:xfrm>
          <a:prstGeom prst="rect">
            <a:avLst/>
          </a:prstGeom>
        </p:spPr>
      </p:pic>
    </p:spTree>
    <p:extLst>
      <p:ext uri="{BB962C8B-B14F-4D97-AF65-F5344CB8AC3E}">
        <p14:creationId xmlns:p14="http://schemas.microsoft.com/office/powerpoint/2010/main" val="81558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943C23-92B1-08B6-E1E6-9462CAA913A9}"/>
              </a:ext>
            </a:extLst>
          </p:cNvPr>
          <p:cNvSpPr>
            <a:spLocks noGrp="1"/>
          </p:cNvSpPr>
          <p:nvPr>
            <p:ph type="title"/>
          </p:nvPr>
        </p:nvSpPr>
        <p:spPr>
          <a:xfrm>
            <a:off x="952499" y="1131793"/>
            <a:ext cx="10222137" cy="610863"/>
          </a:xfrm>
        </p:spPr>
        <p:txBody>
          <a:bodyPr>
            <a:normAutofit fontScale="90000"/>
          </a:bodyPr>
          <a:lstStyle/>
          <a:p>
            <a:r>
              <a:rPr lang="en-GB" dirty="0"/>
              <a:t>Why do gradients work for grass images?</a:t>
            </a:r>
          </a:p>
        </p:txBody>
      </p:sp>
      <p:sp>
        <p:nvSpPr>
          <p:cNvPr id="4" name="Text Placeholder 3">
            <a:extLst>
              <a:ext uri="{FF2B5EF4-FFF2-40B4-BE49-F238E27FC236}">
                <a16:creationId xmlns:a16="http://schemas.microsoft.com/office/drawing/2014/main" id="{33F23D96-1655-BE47-4F1A-B49B098C93DC}"/>
              </a:ext>
            </a:extLst>
          </p:cNvPr>
          <p:cNvSpPr>
            <a:spLocks noGrp="1"/>
          </p:cNvSpPr>
          <p:nvPr>
            <p:ph type="body" sz="quarter" idx="11"/>
          </p:nvPr>
        </p:nvSpPr>
        <p:spPr>
          <a:xfrm>
            <a:off x="952499" y="2289363"/>
            <a:ext cx="9319261" cy="2795232"/>
          </a:xfrm>
        </p:spPr>
        <p:txBody>
          <a:bodyPr/>
          <a:lstStyle/>
          <a:p>
            <a:pPr marL="342900" indent="-342900">
              <a:buFont typeface="Arial" panose="020B0604020202020204" pitchFamily="34" charset="0"/>
              <a:buChar char="•"/>
            </a:pPr>
            <a:r>
              <a:rPr lang="en-GB" sz="1900" dirty="0"/>
              <a:t>The HOG algorithm is often used for object detection techniques such as pedestrian/vehicle detection</a:t>
            </a:r>
          </a:p>
          <a:p>
            <a:pPr marL="342900" indent="-342900">
              <a:buFont typeface="Arial" panose="020B0604020202020204" pitchFamily="34" charset="0"/>
              <a:buChar char="•"/>
            </a:pPr>
            <a:r>
              <a:rPr lang="en-GB" sz="1900" dirty="0"/>
              <a:t>Gradient extraction techniques identify dominant directions and magnitudes because grass images have </a:t>
            </a:r>
            <a:r>
              <a:rPr lang="en-GB" sz="1900" b="1" dirty="0"/>
              <a:t>defined fine and linear textures</a:t>
            </a:r>
          </a:p>
          <a:p>
            <a:pPr marL="342900" indent="-342900">
              <a:buFont typeface="Arial" panose="020B0604020202020204" pitchFamily="34" charset="0"/>
              <a:buChar char="•"/>
            </a:pPr>
            <a:r>
              <a:rPr lang="en-GB" sz="1900" dirty="0"/>
              <a:t>We are interested in capturing that general trend/flow in the grass</a:t>
            </a:r>
          </a:p>
        </p:txBody>
      </p:sp>
      <p:sp>
        <p:nvSpPr>
          <p:cNvPr id="7" name="Slide Number Placeholder 6">
            <a:extLst>
              <a:ext uri="{FF2B5EF4-FFF2-40B4-BE49-F238E27FC236}">
                <a16:creationId xmlns:a16="http://schemas.microsoft.com/office/drawing/2014/main" id="{EDCB6A67-0788-C9EC-7E21-F205E42644C8}"/>
              </a:ext>
            </a:extLst>
          </p:cNvPr>
          <p:cNvSpPr>
            <a:spLocks noGrp="1"/>
          </p:cNvSpPr>
          <p:nvPr>
            <p:ph type="sldNum" sz="quarter" idx="16"/>
          </p:nvPr>
        </p:nvSpPr>
        <p:spPr/>
        <p:txBody>
          <a:bodyPr/>
          <a:lstStyle/>
          <a:p>
            <a:pPr rtl="0"/>
            <a:fld id="{294A09A9-5501-47C1-A89A-A340965A2BE2}" type="slidenum">
              <a:rPr lang="en-GB" noProof="0" smtClean="0"/>
              <a:pPr rtl="0"/>
              <a:t>10</a:t>
            </a:fld>
            <a:endParaRPr lang="en-GB" noProof="0" dirty="0"/>
          </a:p>
        </p:txBody>
      </p:sp>
      <p:sp>
        <p:nvSpPr>
          <p:cNvPr id="8" name="Footer Placeholder 5">
            <a:extLst>
              <a:ext uri="{FF2B5EF4-FFF2-40B4-BE49-F238E27FC236}">
                <a16:creationId xmlns:a16="http://schemas.microsoft.com/office/drawing/2014/main" id="{E0527592-91CF-F6C8-8000-D817B75033B5}"/>
              </a:ext>
            </a:extLst>
          </p:cNvPr>
          <p:cNvSpPr>
            <a:spLocks noGrp="1"/>
          </p:cNvSpPr>
          <p:nvPr>
            <p:ph type="ftr" sz="quarter" idx="15"/>
          </p:nvPr>
        </p:nvSpPr>
        <p:spPr>
          <a:xfrm>
            <a:off x="1494790" y="6332220"/>
            <a:ext cx="3282950" cy="247651"/>
          </a:xfrm>
        </p:spPr>
        <p:txBody>
          <a:bodyPr rtlCol="0"/>
          <a:lstStyle/>
          <a:p>
            <a:pPr rtl="0"/>
            <a:r>
              <a:rPr lang="en-GB" sz="1000" dirty="0"/>
              <a:t>ML for Estimating Wind Patterns from Grass</a:t>
            </a:r>
          </a:p>
        </p:txBody>
      </p:sp>
    </p:spTree>
    <p:extLst>
      <p:ext uri="{BB962C8B-B14F-4D97-AF65-F5344CB8AC3E}">
        <p14:creationId xmlns:p14="http://schemas.microsoft.com/office/powerpoint/2010/main" val="1839914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A30DC-17B6-11D6-5678-4903BAB41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68736-E813-D77B-C7D6-29DF3D09D365}"/>
              </a:ext>
            </a:extLst>
          </p:cNvPr>
          <p:cNvSpPr>
            <a:spLocks noGrp="1"/>
          </p:cNvSpPr>
          <p:nvPr>
            <p:ph type="title"/>
          </p:nvPr>
        </p:nvSpPr>
        <p:spPr>
          <a:xfrm>
            <a:off x="964023" y="1200374"/>
            <a:ext cx="4941477" cy="610863"/>
          </a:xfrm>
        </p:spPr>
        <p:txBody>
          <a:bodyPr/>
          <a:lstStyle/>
          <a:p>
            <a:r>
              <a:rPr lang="en-GB" dirty="0"/>
              <a:t>Sample A</a:t>
            </a:r>
          </a:p>
        </p:txBody>
      </p:sp>
      <p:sp>
        <p:nvSpPr>
          <p:cNvPr id="3" name="Text Placeholder 2">
            <a:extLst>
              <a:ext uri="{FF2B5EF4-FFF2-40B4-BE49-F238E27FC236}">
                <a16:creationId xmlns:a16="http://schemas.microsoft.com/office/drawing/2014/main" id="{A9E70512-8BB2-2CE5-1640-FF24CEDC9F03}"/>
              </a:ext>
            </a:extLst>
          </p:cNvPr>
          <p:cNvSpPr>
            <a:spLocks noGrp="1"/>
          </p:cNvSpPr>
          <p:nvPr>
            <p:ph type="body" idx="1"/>
          </p:nvPr>
        </p:nvSpPr>
        <p:spPr/>
        <p:txBody>
          <a:bodyPr/>
          <a:lstStyle/>
          <a:p>
            <a:r>
              <a:rPr lang="en-GB" dirty="0"/>
              <a:t>ChatGPT Generated Image:</a:t>
            </a:r>
          </a:p>
        </p:txBody>
      </p:sp>
      <p:pic>
        <p:nvPicPr>
          <p:cNvPr id="11" name="Content Placeholder 10" descr="A green grass field with small ripples&#10;&#10;AI-generated content may be incorrect.">
            <a:extLst>
              <a:ext uri="{FF2B5EF4-FFF2-40B4-BE49-F238E27FC236}">
                <a16:creationId xmlns:a16="http://schemas.microsoft.com/office/drawing/2014/main" id="{A329064E-9895-4BCD-653B-B21307C6C6D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914651" y="2843689"/>
            <a:ext cx="2779872" cy="1853248"/>
          </a:xfrm>
        </p:spPr>
      </p:pic>
      <p:sp>
        <p:nvSpPr>
          <p:cNvPr id="9" name="Slide Number Placeholder 8">
            <a:extLst>
              <a:ext uri="{FF2B5EF4-FFF2-40B4-BE49-F238E27FC236}">
                <a16:creationId xmlns:a16="http://schemas.microsoft.com/office/drawing/2014/main" id="{3B31A331-6847-9FCA-F410-FF58B7EAA67E}"/>
              </a:ext>
            </a:extLst>
          </p:cNvPr>
          <p:cNvSpPr>
            <a:spLocks noGrp="1"/>
          </p:cNvSpPr>
          <p:nvPr>
            <p:ph type="sldNum" sz="quarter" idx="16"/>
          </p:nvPr>
        </p:nvSpPr>
        <p:spPr/>
        <p:txBody>
          <a:bodyPr/>
          <a:lstStyle/>
          <a:p>
            <a:pPr rtl="0"/>
            <a:fld id="{294A09A9-5501-47C1-A89A-A340965A2BE2}" type="slidenum">
              <a:rPr lang="en-GB" noProof="0" smtClean="0"/>
              <a:pPr rtl="0"/>
              <a:t>11</a:t>
            </a:fld>
            <a:endParaRPr lang="en-GB" noProof="0" dirty="0"/>
          </a:p>
        </p:txBody>
      </p:sp>
      <p:sp>
        <p:nvSpPr>
          <p:cNvPr id="16" name="TextBox 15">
            <a:extLst>
              <a:ext uri="{FF2B5EF4-FFF2-40B4-BE49-F238E27FC236}">
                <a16:creationId xmlns:a16="http://schemas.microsoft.com/office/drawing/2014/main" id="{6AF581AD-2E98-FBD2-59B6-AABEBD82846C}"/>
              </a:ext>
            </a:extLst>
          </p:cNvPr>
          <p:cNvSpPr txBox="1"/>
          <p:nvPr/>
        </p:nvSpPr>
        <p:spPr>
          <a:xfrm>
            <a:off x="868680" y="2843689"/>
            <a:ext cx="1908810" cy="1600438"/>
          </a:xfrm>
          <a:prstGeom prst="rect">
            <a:avLst/>
          </a:prstGeom>
          <a:noFill/>
        </p:spPr>
        <p:txBody>
          <a:bodyPr wrap="square" rtlCol="0">
            <a:spAutoFit/>
          </a:bodyPr>
          <a:lstStyle/>
          <a:p>
            <a:r>
              <a:rPr lang="en-US" sz="1400" dirty="0">
                <a:solidFill>
                  <a:schemeClr val="bg1"/>
                </a:solidFill>
              </a:rPr>
              <a:t> "Create an overhead (drone style) image of a grassy field where the wind has blown it down in a specific direction (135 degrees clockwise from north)"</a:t>
            </a:r>
            <a:endParaRPr lang="en-GB" sz="1400" dirty="0">
              <a:solidFill>
                <a:schemeClr val="bg1"/>
              </a:solidFill>
            </a:endParaRPr>
          </a:p>
        </p:txBody>
      </p:sp>
      <p:sp>
        <p:nvSpPr>
          <p:cNvPr id="17" name="Rectangle 16">
            <a:extLst>
              <a:ext uri="{FF2B5EF4-FFF2-40B4-BE49-F238E27FC236}">
                <a16:creationId xmlns:a16="http://schemas.microsoft.com/office/drawing/2014/main" id="{C14A7BCA-4A36-F18F-5ACF-6C762FB0D8D1}"/>
              </a:ext>
            </a:extLst>
          </p:cNvPr>
          <p:cNvSpPr/>
          <p:nvPr/>
        </p:nvSpPr>
        <p:spPr>
          <a:xfrm>
            <a:off x="868680" y="2753837"/>
            <a:ext cx="5036820" cy="1988026"/>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F14B9C75-2EBD-7015-ECE3-49C7E9C33881}"/>
              </a:ext>
            </a:extLst>
          </p:cNvPr>
          <p:cNvSpPr/>
          <p:nvPr/>
        </p:nvSpPr>
        <p:spPr>
          <a:xfrm>
            <a:off x="6198792" y="1663681"/>
            <a:ext cx="5520628" cy="3856275"/>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ooter Placeholder 5">
            <a:extLst>
              <a:ext uri="{FF2B5EF4-FFF2-40B4-BE49-F238E27FC236}">
                <a16:creationId xmlns:a16="http://schemas.microsoft.com/office/drawing/2014/main" id="{FABA23D2-421E-083D-A837-A259DEAC84FE}"/>
              </a:ext>
            </a:extLst>
          </p:cNvPr>
          <p:cNvSpPr>
            <a:spLocks noGrp="1"/>
          </p:cNvSpPr>
          <p:nvPr>
            <p:ph type="ftr" sz="quarter" idx="15"/>
          </p:nvPr>
        </p:nvSpPr>
        <p:spPr>
          <a:xfrm>
            <a:off x="1494790" y="6332220"/>
            <a:ext cx="3282950" cy="247651"/>
          </a:xfrm>
        </p:spPr>
        <p:txBody>
          <a:bodyPr rtlCol="0"/>
          <a:lstStyle/>
          <a:p>
            <a:pPr rtl="0"/>
            <a:r>
              <a:rPr lang="en-GB" sz="1000" dirty="0"/>
              <a:t>ML for Estimating Wind Patterns from Grass</a:t>
            </a:r>
          </a:p>
        </p:txBody>
      </p:sp>
      <p:sp>
        <p:nvSpPr>
          <p:cNvPr id="21" name="TextBox 20">
            <a:extLst>
              <a:ext uri="{FF2B5EF4-FFF2-40B4-BE49-F238E27FC236}">
                <a16:creationId xmlns:a16="http://schemas.microsoft.com/office/drawing/2014/main" id="{F8B34C34-1F31-5484-1092-703F1260E0FC}"/>
              </a:ext>
            </a:extLst>
          </p:cNvPr>
          <p:cNvSpPr txBox="1"/>
          <p:nvPr/>
        </p:nvSpPr>
        <p:spPr>
          <a:xfrm>
            <a:off x="7380370" y="5870555"/>
            <a:ext cx="3176337" cy="461665"/>
          </a:xfrm>
          <a:prstGeom prst="rect">
            <a:avLst/>
          </a:prstGeom>
          <a:noFill/>
          <a:ln>
            <a:solidFill>
              <a:schemeClr val="bg1"/>
            </a:solidFill>
          </a:ln>
        </p:spPr>
        <p:txBody>
          <a:bodyPr wrap="square" rtlCol="0">
            <a:spAutoFit/>
          </a:bodyPr>
          <a:lstStyle/>
          <a:p>
            <a:r>
              <a:rPr lang="en-GB" sz="1200" dirty="0">
                <a:solidFill>
                  <a:schemeClr val="bg1"/>
                </a:solidFill>
              </a:rPr>
              <a:t>Predominant angles and directions match  direction fed into the prompt</a:t>
            </a:r>
          </a:p>
        </p:txBody>
      </p:sp>
      <p:pic>
        <p:nvPicPr>
          <p:cNvPr id="10" name="Content Placeholder 9" descr="A graph of a test&#10;&#10;AI-generated content may be incorrect.">
            <a:extLst>
              <a:ext uri="{FF2B5EF4-FFF2-40B4-BE49-F238E27FC236}">
                <a16:creationId xmlns:a16="http://schemas.microsoft.com/office/drawing/2014/main" id="{2EDD2091-6692-3F96-2231-7323E73AD1BB}"/>
              </a:ext>
            </a:extLst>
          </p:cNvPr>
          <p:cNvPicPr>
            <a:picLocks noGrp="1" noChangeAspect="1"/>
          </p:cNvPicPr>
          <p:nvPr>
            <p:ph sz="half" idx="13"/>
          </p:nvPr>
        </p:nvPicPr>
        <p:blipFill>
          <a:blip r:embed="rId4">
            <a:extLst>
              <a:ext uri="{28A0092B-C50C-407E-A947-70E740481C1C}">
                <a14:useLocalDpi xmlns:a14="http://schemas.microsoft.com/office/drawing/2010/main" val="0"/>
              </a:ext>
            </a:extLst>
          </a:blip>
          <a:stretch>
            <a:fillRect/>
          </a:stretch>
        </p:blipFill>
        <p:spPr>
          <a:xfrm>
            <a:off x="6313091" y="1811237"/>
            <a:ext cx="5221182" cy="3581976"/>
          </a:xfrm>
        </p:spPr>
      </p:pic>
      <p:cxnSp>
        <p:nvCxnSpPr>
          <p:cNvPr id="5" name="Straight Arrow Connector 4">
            <a:extLst>
              <a:ext uri="{FF2B5EF4-FFF2-40B4-BE49-F238E27FC236}">
                <a16:creationId xmlns:a16="http://schemas.microsoft.com/office/drawing/2014/main" id="{C334D99C-55CE-9065-3300-0AA670643B36}"/>
              </a:ext>
            </a:extLst>
          </p:cNvPr>
          <p:cNvCxnSpPr>
            <a:cxnSpLocks/>
          </p:cNvCxnSpPr>
          <p:nvPr/>
        </p:nvCxnSpPr>
        <p:spPr>
          <a:xfrm flipV="1">
            <a:off x="9802168" y="4520360"/>
            <a:ext cx="192505" cy="1350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159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1E4B2-46C2-82D2-5BC8-37EC2CE50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3AF41-9825-CD98-E41B-96D79B9E6412}"/>
              </a:ext>
            </a:extLst>
          </p:cNvPr>
          <p:cNvSpPr>
            <a:spLocks noGrp="1"/>
          </p:cNvSpPr>
          <p:nvPr>
            <p:ph type="title"/>
          </p:nvPr>
        </p:nvSpPr>
        <p:spPr>
          <a:xfrm>
            <a:off x="964023" y="1200374"/>
            <a:ext cx="4941477" cy="610863"/>
          </a:xfrm>
        </p:spPr>
        <p:txBody>
          <a:bodyPr/>
          <a:lstStyle/>
          <a:p>
            <a:r>
              <a:rPr lang="en-GB" dirty="0"/>
              <a:t>Sample A</a:t>
            </a:r>
          </a:p>
        </p:txBody>
      </p:sp>
      <p:sp>
        <p:nvSpPr>
          <p:cNvPr id="3" name="Text Placeholder 2">
            <a:extLst>
              <a:ext uri="{FF2B5EF4-FFF2-40B4-BE49-F238E27FC236}">
                <a16:creationId xmlns:a16="http://schemas.microsoft.com/office/drawing/2014/main" id="{55C344A6-9DE6-E034-BD46-267E06EFE41A}"/>
              </a:ext>
            </a:extLst>
          </p:cNvPr>
          <p:cNvSpPr>
            <a:spLocks noGrp="1"/>
          </p:cNvSpPr>
          <p:nvPr>
            <p:ph type="body" idx="1"/>
          </p:nvPr>
        </p:nvSpPr>
        <p:spPr/>
        <p:txBody>
          <a:bodyPr/>
          <a:lstStyle/>
          <a:p>
            <a:r>
              <a:rPr lang="en-GB" dirty="0"/>
              <a:t>ChatGPT Generated Image:</a:t>
            </a:r>
          </a:p>
        </p:txBody>
      </p:sp>
      <p:pic>
        <p:nvPicPr>
          <p:cNvPr id="11" name="Content Placeholder 10" descr="A green grass field with small ripples&#10;&#10;AI-generated content may be incorrect.">
            <a:extLst>
              <a:ext uri="{FF2B5EF4-FFF2-40B4-BE49-F238E27FC236}">
                <a16:creationId xmlns:a16="http://schemas.microsoft.com/office/drawing/2014/main" id="{2E39C3E2-71EB-C8B9-F697-14E808BE251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914651" y="2843689"/>
            <a:ext cx="2779872" cy="1853248"/>
          </a:xfrm>
        </p:spPr>
      </p:pic>
      <p:sp>
        <p:nvSpPr>
          <p:cNvPr id="9" name="Slide Number Placeholder 8">
            <a:extLst>
              <a:ext uri="{FF2B5EF4-FFF2-40B4-BE49-F238E27FC236}">
                <a16:creationId xmlns:a16="http://schemas.microsoft.com/office/drawing/2014/main" id="{3CA229EC-440B-6A25-78B3-E84C9A324A38}"/>
              </a:ext>
            </a:extLst>
          </p:cNvPr>
          <p:cNvSpPr>
            <a:spLocks noGrp="1"/>
          </p:cNvSpPr>
          <p:nvPr>
            <p:ph type="sldNum" sz="quarter" idx="16"/>
          </p:nvPr>
        </p:nvSpPr>
        <p:spPr/>
        <p:txBody>
          <a:bodyPr/>
          <a:lstStyle/>
          <a:p>
            <a:pPr rtl="0"/>
            <a:fld id="{294A09A9-5501-47C1-A89A-A340965A2BE2}" type="slidenum">
              <a:rPr lang="en-GB" noProof="0" smtClean="0"/>
              <a:pPr rtl="0"/>
              <a:t>12</a:t>
            </a:fld>
            <a:endParaRPr lang="en-GB" noProof="0" dirty="0"/>
          </a:p>
        </p:txBody>
      </p:sp>
      <p:sp>
        <p:nvSpPr>
          <p:cNvPr id="16" name="TextBox 15">
            <a:extLst>
              <a:ext uri="{FF2B5EF4-FFF2-40B4-BE49-F238E27FC236}">
                <a16:creationId xmlns:a16="http://schemas.microsoft.com/office/drawing/2014/main" id="{C104D408-B0FF-CAF1-D177-0124A36A60DD}"/>
              </a:ext>
            </a:extLst>
          </p:cNvPr>
          <p:cNvSpPr txBox="1"/>
          <p:nvPr/>
        </p:nvSpPr>
        <p:spPr>
          <a:xfrm>
            <a:off x="868680" y="2843689"/>
            <a:ext cx="1908810" cy="1600438"/>
          </a:xfrm>
          <a:prstGeom prst="rect">
            <a:avLst/>
          </a:prstGeom>
          <a:noFill/>
        </p:spPr>
        <p:txBody>
          <a:bodyPr wrap="square" rtlCol="0">
            <a:spAutoFit/>
          </a:bodyPr>
          <a:lstStyle/>
          <a:p>
            <a:r>
              <a:rPr lang="en-US" sz="1400" dirty="0">
                <a:solidFill>
                  <a:schemeClr val="bg1"/>
                </a:solidFill>
              </a:rPr>
              <a:t> "Create an overhead (drone style) image of a grassy field where the wind has blown it down in a specific direction (135 degrees clockwise from north)"</a:t>
            </a:r>
            <a:endParaRPr lang="en-GB" sz="1400" dirty="0">
              <a:solidFill>
                <a:schemeClr val="bg1"/>
              </a:solidFill>
            </a:endParaRPr>
          </a:p>
        </p:txBody>
      </p:sp>
      <p:sp>
        <p:nvSpPr>
          <p:cNvPr id="17" name="Rectangle 16">
            <a:extLst>
              <a:ext uri="{FF2B5EF4-FFF2-40B4-BE49-F238E27FC236}">
                <a16:creationId xmlns:a16="http://schemas.microsoft.com/office/drawing/2014/main" id="{6AF008F6-C357-9B35-A3E2-922C132500A0}"/>
              </a:ext>
            </a:extLst>
          </p:cNvPr>
          <p:cNvSpPr/>
          <p:nvPr/>
        </p:nvSpPr>
        <p:spPr>
          <a:xfrm>
            <a:off x="868680" y="2753837"/>
            <a:ext cx="5036820" cy="1988026"/>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5BA647D9-4EB3-95A6-11AD-E66216D645B3}"/>
              </a:ext>
            </a:extLst>
          </p:cNvPr>
          <p:cNvSpPr/>
          <p:nvPr/>
        </p:nvSpPr>
        <p:spPr>
          <a:xfrm>
            <a:off x="6198792" y="1663681"/>
            <a:ext cx="5520628" cy="3856275"/>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ooter Placeholder 5">
            <a:extLst>
              <a:ext uri="{FF2B5EF4-FFF2-40B4-BE49-F238E27FC236}">
                <a16:creationId xmlns:a16="http://schemas.microsoft.com/office/drawing/2014/main" id="{DAE663DA-AF8A-F1D4-FF66-CC70566956DC}"/>
              </a:ext>
            </a:extLst>
          </p:cNvPr>
          <p:cNvSpPr>
            <a:spLocks noGrp="1"/>
          </p:cNvSpPr>
          <p:nvPr>
            <p:ph type="ftr" sz="quarter" idx="15"/>
          </p:nvPr>
        </p:nvSpPr>
        <p:spPr>
          <a:xfrm>
            <a:off x="1494790" y="6332220"/>
            <a:ext cx="3282950" cy="247651"/>
          </a:xfrm>
        </p:spPr>
        <p:txBody>
          <a:bodyPr rtlCol="0"/>
          <a:lstStyle/>
          <a:p>
            <a:pPr rtl="0"/>
            <a:r>
              <a:rPr lang="en-GB" sz="1000" dirty="0"/>
              <a:t>ML for Estimating Wind Patterns from Grass</a:t>
            </a:r>
          </a:p>
        </p:txBody>
      </p:sp>
      <p:cxnSp>
        <p:nvCxnSpPr>
          <p:cNvPr id="14" name="Straight Arrow Connector 13">
            <a:extLst>
              <a:ext uri="{FF2B5EF4-FFF2-40B4-BE49-F238E27FC236}">
                <a16:creationId xmlns:a16="http://schemas.microsoft.com/office/drawing/2014/main" id="{CBE0A618-7A35-AD30-D10D-13F7F32A6967}"/>
              </a:ext>
            </a:extLst>
          </p:cNvPr>
          <p:cNvCxnSpPr/>
          <p:nvPr/>
        </p:nvCxnSpPr>
        <p:spPr>
          <a:xfrm>
            <a:off x="4480560" y="3779520"/>
            <a:ext cx="822960" cy="66460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D9D900E9-2A62-5AE9-28CA-48052BFD4676}"/>
              </a:ext>
            </a:extLst>
          </p:cNvPr>
          <p:cNvSpPr>
            <a:spLocks noGrp="1"/>
          </p:cNvSpPr>
          <p:nvPr>
            <p:ph sz="half" idx="13"/>
          </p:nvPr>
        </p:nvSpPr>
        <p:spPr/>
        <p:txBody>
          <a:bodyPr/>
          <a:lstStyle/>
          <a:p>
            <a:endParaRPr lang="en-GB"/>
          </a:p>
        </p:txBody>
      </p:sp>
      <p:pic>
        <p:nvPicPr>
          <p:cNvPr id="7" name="Picture 6" descr="A diagram of a test grass image&#10;&#10;AI-generated content may be incorrect.">
            <a:extLst>
              <a:ext uri="{FF2B5EF4-FFF2-40B4-BE49-F238E27FC236}">
                <a16:creationId xmlns:a16="http://schemas.microsoft.com/office/drawing/2014/main" id="{19002BDF-4D4F-EDBD-3625-9320B5C059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2840" y="1811237"/>
            <a:ext cx="5153723" cy="3435816"/>
          </a:xfrm>
          <a:prstGeom prst="rect">
            <a:avLst/>
          </a:prstGeom>
        </p:spPr>
      </p:pic>
      <p:cxnSp>
        <p:nvCxnSpPr>
          <p:cNvPr id="8" name="Straight Arrow Connector 7">
            <a:extLst>
              <a:ext uri="{FF2B5EF4-FFF2-40B4-BE49-F238E27FC236}">
                <a16:creationId xmlns:a16="http://schemas.microsoft.com/office/drawing/2014/main" id="{6C65002E-FB5A-732E-6C45-BF6659D6A3AC}"/>
              </a:ext>
            </a:extLst>
          </p:cNvPr>
          <p:cNvCxnSpPr>
            <a:cxnSpLocks/>
          </p:cNvCxnSpPr>
          <p:nvPr/>
        </p:nvCxnSpPr>
        <p:spPr>
          <a:xfrm>
            <a:off x="9277349" y="3875714"/>
            <a:ext cx="717324" cy="66841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246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1DF02-4D13-F3F3-34A3-7C5C380F7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101A0-E910-104B-CBEC-0F778F9251C6}"/>
              </a:ext>
            </a:extLst>
          </p:cNvPr>
          <p:cNvSpPr>
            <a:spLocks noGrp="1"/>
          </p:cNvSpPr>
          <p:nvPr>
            <p:ph type="title"/>
          </p:nvPr>
        </p:nvSpPr>
        <p:spPr>
          <a:xfrm>
            <a:off x="964023" y="1200374"/>
            <a:ext cx="4941477" cy="610863"/>
          </a:xfrm>
        </p:spPr>
        <p:txBody>
          <a:bodyPr/>
          <a:lstStyle/>
          <a:p>
            <a:r>
              <a:rPr lang="en-GB" dirty="0"/>
              <a:t>Sample B</a:t>
            </a:r>
          </a:p>
        </p:txBody>
      </p:sp>
      <p:sp>
        <p:nvSpPr>
          <p:cNvPr id="3" name="Text Placeholder 2">
            <a:extLst>
              <a:ext uri="{FF2B5EF4-FFF2-40B4-BE49-F238E27FC236}">
                <a16:creationId xmlns:a16="http://schemas.microsoft.com/office/drawing/2014/main" id="{EC6777F4-65FA-948D-652B-64B429880CEC}"/>
              </a:ext>
            </a:extLst>
          </p:cNvPr>
          <p:cNvSpPr>
            <a:spLocks noGrp="1"/>
          </p:cNvSpPr>
          <p:nvPr>
            <p:ph type="body" idx="1"/>
          </p:nvPr>
        </p:nvSpPr>
        <p:spPr/>
        <p:txBody>
          <a:bodyPr/>
          <a:lstStyle/>
          <a:p>
            <a:r>
              <a:rPr lang="en-GB" dirty="0"/>
              <a:t>Living Lab Image:</a:t>
            </a:r>
          </a:p>
        </p:txBody>
      </p:sp>
      <p:sp>
        <p:nvSpPr>
          <p:cNvPr id="4" name="Text Placeholder 3">
            <a:extLst>
              <a:ext uri="{FF2B5EF4-FFF2-40B4-BE49-F238E27FC236}">
                <a16:creationId xmlns:a16="http://schemas.microsoft.com/office/drawing/2014/main" id="{D177C1F9-A3B3-D411-607C-04D4A3AB58A4}"/>
              </a:ext>
            </a:extLst>
          </p:cNvPr>
          <p:cNvSpPr>
            <a:spLocks noGrp="1"/>
          </p:cNvSpPr>
          <p:nvPr>
            <p:ph type="body" idx="10"/>
          </p:nvPr>
        </p:nvSpPr>
        <p:spPr/>
        <p:txBody>
          <a:bodyPr>
            <a:normAutofit/>
          </a:bodyPr>
          <a:lstStyle/>
          <a:p>
            <a:r>
              <a:rPr lang="en-GB" dirty="0"/>
              <a:t>Histogram and Polar Plots:</a:t>
            </a:r>
          </a:p>
        </p:txBody>
      </p:sp>
      <p:sp>
        <p:nvSpPr>
          <p:cNvPr id="9" name="Slide Number Placeholder 8">
            <a:extLst>
              <a:ext uri="{FF2B5EF4-FFF2-40B4-BE49-F238E27FC236}">
                <a16:creationId xmlns:a16="http://schemas.microsoft.com/office/drawing/2014/main" id="{FD29B9A7-7A28-12BE-DAC2-B8A5466A26B0}"/>
              </a:ext>
            </a:extLst>
          </p:cNvPr>
          <p:cNvSpPr>
            <a:spLocks noGrp="1"/>
          </p:cNvSpPr>
          <p:nvPr>
            <p:ph type="sldNum" sz="quarter" idx="16"/>
          </p:nvPr>
        </p:nvSpPr>
        <p:spPr/>
        <p:txBody>
          <a:bodyPr/>
          <a:lstStyle/>
          <a:p>
            <a:pPr rtl="0"/>
            <a:fld id="{294A09A9-5501-47C1-A89A-A340965A2BE2}" type="slidenum">
              <a:rPr lang="en-GB" noProof="0" smtClean="0"/>
              <a:pPr rtl="0"/>
              <a:t>13</a:t>
            </a:fld>
            <a:endParaRPr lang="en-GB" noProof="0" dirty="0"/>
          </a:p>
        </p:txBody>
      </p:sp>
      <p:sp>
        <p:nvSpPr>
          <p:cNvPr id="16" name="TextBox 15">
            <a:extLst>
              <a:ext uri="{FF2B5EF4-FFF2-40B4-BE49-F238E27FC236}">
                <a16:creationId xmlns:a16="http://schemas.microsoft.com/office/drawing/2014/main" id="{BB3235EB-2273-C552-98F2-90A6371221CE}"/>
              </a:ext>
            </a:extLst>
          </p:cNvPr>
          <p:cNvSpPr txBox="1"/>
          <p:nvPr/>
        </p:nvSpPr>
        <p:spPr>
          <a:xfrm>
            <a:off x="868679" y="2805398"/>
            <a:ext cx="2829025" cy="954107"/>
          </a:xfrm>
          <a:prstGeom prst="rect">
            <a:avLst/>
          </a:prstGeom>
          <a:noFill/>
        </p:spPr>
        <p:txBody>
          <a:bodyPr wrap="square" rtlCol="0">
            <a:spAutoFit/>
          </a:bodyPr>
          <a:lstStyle/>
          <a:p>
            <a:r>
              <a:rPr lang="en-GB" sz="1400" dirty="0">
                <a:solidFill>
                  <a:schemeClr val="bg1"/>
                </a:solidFill>
              </a:rPr>
              <a:t>An image taken from the St. Lawrence Living Lab to illustrate ability to retrieve gradient angles from real images.</a:t>
            </a:r>
          </a:p>
        </p:txBody>
      </p:sp>
      <p:sp>
        <p:nvSpPr>
          <p:cNvPr id="17" name="Rectangle 16">
            <a:extLst>
              <a:ext uri="{FF2B5EF4-FFF2-40B4-BE49-F238E27FC236}">
                <a16:creationId xmlns:a16="http://schemas.microsoft.com/office/drawing/2014/main" id="{B1B83A3C-3128-2A74-A860-690F74D4EAF6}"/>
              </a:ext>
            </a:extLst>
          </p:cNvPr>
          <p:cNvSpPr/>
          <p:nvPr/>
        </p:nvSpPr>
        <p:spPr>
          <a:xfrm>
            <a:off x="868680" y="2753837"/>
            <a:ext cx="5036820" cy="1988026"/>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E3244EDD-A94F-052D-78F4-A9E246A929BA}"/>
              </a:ext>
            </a:extLst>
          </p:cNvPr>
          <p:cNvSpPr/>
          <p:nvPr/>
        </p:nvSpPr>
        <p:spPr>
          <a:xfrm>
            <a:off x="6176010" y="2769077"/>
            <a:ext cx="5036820" cy="1988026"/>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ooter Placeholder 5">
            <a:extLst>
              <a:ext uri="{FF2B5EF4-FFF2-40B4-BE49-F238E27FC236}">
                <a16:creationId xmlns:a16="http://schemas.microsoft.com/office/drawing/2014/main" id="{5BB0DA1C-2905-8B11-5FC0-C290EFE5ACA2}"/>
              </a:ext>
            </a:extLst>
          </p:cNvPr>
          <p:cNvSpPr>
            <a:spLocks noGrp="1"/>
          </p:cNvSpPr>
          <p:nvPr>
            <p:ph type="ftr" sz="quarter" idx="15"/>
          </p:nvPr>
        </p:nvSpPr>
        <p:spPr>
          <a:xfrm>
            <a:off x="1494790" y="6332220"/>
            <a:ext cx="3282950" cy="247651"/>
          </a:xfrm>
        </p:spPr>
        <p:txBody>
          <a:bodyPr rtlCol="0"/>
          <a:lstStyle/>
          <a:p>
            <a:pPr rtl="0"/>
            <a:r>
              <a:rPr lang="en-GB" sz="1000" dirty="0"/>
              <a:t>ML for Estimating Wind Patterns from Grass</a:t>
            </a:r>
          </a:p>
        </p:txBody>
      </p:sp>
      <p:pic>
        <p:nvPicPr>
          <p:cNvPr id="10" name="Content Placeholder 9" descr="A grassy field with trees in the background&#10;&#10;AI-generated content may be incorrect.">
            <a:extLst>
              <a:ext uri="{FF2B5EF4-FFF2-40B4-BE49-F238E27FC236}">
                <a16:creationId xmlns:a16="http://schemas.microsoft.com/office/drawing/2014/main" id="{EFACD2BF-535F-643A-0082-017D6E9DAAB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3808920" y="2805398"/>
            <a:ext cx="2051383" cy="1828735"/>
          </a:xfrm>
        </p:spPr>
      </p:pic>
      <p:pic>
        <p:nvPicPr>
          <p:cNvPr id="25" name="Picture 24" descr="A diagram of a polar plot&#10;&#10;AI-generated content may be incorrect.">
            <a:extLst>
              <a:ext uri="{FF2B5EF4-FFF2-40B4-BE49-F238E27FC236}">
                <a16:creationId xmlns:a16="http://schemas.microsoft.com/office/drawing/2014/main" id="{8351E754-44B1-CB72-620A-D025EC6EB9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1388" y="2879694"/>
            <a:ext cx="2257691" cy="1649773"/>
          </a:xfrm>
          <a:prstGeom prst="rect">
            <a:avLst/>
          </a:prstGeom>
        </p:spPr>
      </p:pic>
      <p:pic>
        <p:nvPicPr>
          <p:cNvPr id="29" name="Content Placeholder 28" descr="A graph of a bar graph&#10;&#10;AI-generated content may be incorrect.">
            <a:extLst>
              <a:ext uri="{FF2B5EF4-FFF2-40B4-BE49-F238E27FC236}">
                <a16:creationId xmlns:a16="http://schemas.microsoft.com/office/drawing/2014/main" id="{F9C8B761-15CD-0C56-8298-5235B4110F2E}"/>
              </a:ext>
            </a:extLst>
          </p:cNvPr>
          <p:cNvPicPr>
            <a:picLocks noGrp="1" noChangeAspect="1"/>
          </p:cNvPicPr>
          <p:nvPr>
            <p:ph sz="half" idx="13"/>
          </p:nvPr>
        </p:nvPicPr>
        <p:blipFill>
          <a:blip r:embed="rId5">
            <a:extLst>
              <a:ext uri="{28A0092B-C50C-407E-A947-70E740481C1C}">
                <a14:useLocalDpi xmlns:a14="http://schemas.microsoft.com/office/drawing/2010/main" val="0"/>
              </a:ext>
            </a:extLst>
          </a:blip>
          <a:stretch>
            <a:fillRect/>
          </a:stretch>
        </p:blipFill>
        <p:spPr>
          <a:xfrm>
            <a:off x="6193537" y="2843689"/>
            <a:ext cx="2820921" cy="1880614"/>
          </a:xfrm>
        </p:spPr>
      </p:pic>
      <p:sp>
        <p:nvSpPr>
          <p:cNvPr id="30" name="Oval 29">
            <a:extLst>
              <a:ext uri="{FF2B5EF4-FFF2-40B4-BE49-F238E27FC236}">
                <a16:creationId xmlns:a16="http://schemas.microsoft.com/office/drawing/2014/main" id="{8FE3FAB4-E26A-4B8C-6D19-118554A5B6BB}"/>
              </a:ext>
            </a:extLst>
          </p:cNvPr>
          <p:cNvSpPr/>
          <p:nvPr/>
        </p:nvSpPr>
        <p:spPr>
          <a:xfrm>
            <a:off x="6765574" y="3429000"/>
            <a:ext cx="1513840" cy="954107"/>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FD051C65-F68A-CF69-CCB6-87CE9C13DF87}"/>
              </a:ext>
            </a:extLst>
          </p:cNvPr>
          <p:cNvSpPr/>
          <p:nvPr/>
        </p:nvSpPr>
        <p:spPr>
          <a:xfrm>
            <a:off x="4208796" y="3189516"/>
            <a:ext cx="1513840" cy="954107"/>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5563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yellow box with a blue rope&#10;&#10;AI-generated content may be incorrect.">
            <a:extLst>
              <a:ext uri="{FF2B5EF4-FFF2-40B4-BE49-F238E27FC236}">
                <a16:creationId xmlns:a16="http://schemas.microsoft.com/office/drawing/2014/main" id="{E7030246-DE15-23F4-BDC0-24DA0D4DB00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7539" r="7539"/>
          <a:stretch>
            <a:fillRect/>
          </a:stretch>
        </p:blipFill>
        <p:spPr>
          <a:xfrm rot="5400000">
            <a:off x="8968820" y="205821"/>
            <a:ext cx="3423152" cy="3023207"/>
          </a:xfrm>
        </p:spPr>
      </p:pic>
      <p:sp>
        <p:nvSpPr>
          <p:cNvPr id="10" name="Title 9">
            <a:extLst>
              <a:ext uri="{FF2B5EF4-FFF2-40B4-BE49-F238E27FC236}">
                <a16:creationId xmlns:a16="http://schemas.microsoft.com/office/drawing/2014/main" id="{08E9E560-1A1E-2956-ECFE-B27F99AAD4B9}"/>
              </a:ext>
            </a:extLst>
          </p:cNvPr>
          <p:cNvSpPr>
            <a:spLocks noGrp="1"/>
          </p:cNvSpPr>
          <p:nvPr>
            <p:ph type="title"/>
          </p:nvPr>
        </p:nvSpPr>
        <p:spPr>
          <a:xfrm>
            <a:off x="803602" y="1207926"/>
            <a:ext cx="6872545" cy="610863"/>
          </a:xfrm>
        </p:spPr>
        <p:txBody>
          <a:bodyPr>
            <a:normAutofit/>
          </a:bodyPr>
          <a:lstStyle/>
          <a:p>
            <a:r>
              <a:rPr lang="en-GB" dirty="0"/>
              <a:t>Real Weather Data</a:t>
            </a:r>
          </a:p>
        </p:txBody>
      </p:sp>
      <p:sp>
        <p:nvSpPr>
          <p:cNvPr id="11" name="Text Placeholder 10">
            <a:extLst>
              <a:ext uri="{FF2B5EF4-FFF2-40B4-BE49-F238E27FC236}">
                <a16:creationId xmlns:a16="http://schemas.microsoft.com/office/drawing/2014/main" id="{FBA0EECA-BB13-953A-8AA0-72033061423A}"/>
              </a:ext>
            </a:extLst>
          </p:cNvPr>
          <p:cNvSpPr>
            <a:spLocks noGrp="1"/>
          </p:cNvSpPr>
          <p:nvPr>
            <p:ph type="body" sz="quarter" idx="11"/>
          </p:nvPr>
        </p:nvSpPr>
        <p:spPr>
          <a:xfrm>
            <a:off x="918886" y="2243980"/>
            <a:ext cx="4572001" cy="2795232"/>
          </a:xfrm>
        </p:spPr>
        <p:txBody>
          <a:bodyPr/>
          <a:lstStyle/>
          <a:p>
            <a:pPr marL="285750" indent="-285750">
              <a:buFont typeface="Arial" panose="020B0604020202020204" pitchFamily="34" charset="0"/>
              <a:buChar char="•"/>
            </a:pPr>
            <a:r>
              <a:rPr lang="en-US" sz="1900" dirty="0"/>
              <a:t>The SLU Living Lab has tundra plants like those grown in the </a:t>
            </a:r>
            <a:r>
              <a:rPr lang="en-US" sz="1900" dirty="0" err="1"/>
              <a:t>Savoonga</a:t>
            </a:r>
            <a:r>
              <a:rPr lang="en-US" sz="1900" dirty="0"/>
              <a:t> region</a:t>
            </a:r>
          </a:p>
          <a:p>
            <a:pPr marL="285750" indent="-285750">
              <a:buFont typeface="Arial" panose="020B0604020202020204" pitchFamily="34" charset="0"/>
              <a:buChar char="•"/>
            </a:pPr>
            <a:r>
              <a:rPr lang="en-US" sz="1900" dirty="0"/>
              <a:t>There is a wind station right next to the tundra plants to compare the wind data to grass data</a:t>
            </a:r>
            <a:endParaRPr lang="en-US" sz="1900" dirty="0">
              <a:highlight>
                <a:srgbClr val="FFFF00"/>
              </a:highlight>
            </a:endParaRPr>
          </a:p>
        </p:txBody>
      </p:sp>
      <p:sp>
        <p:nvSpPr>
          <p:cNvPr id="9" name="Slide Number Placeholder 8">
            <a:extLst>
              <a:ext uri="{FF2B5EF4-FFF2-40B4-BE49-F238E27FC236}">
                <a16:creationId xmlns:a16="http://schemas.microsoft.com/office/drawing/2014/main" id="{CC441F6B-32A8-6B7C-B0B8-490DB018033B}"/>
              </a:ext>
            </a:extLst>
          </p:cNvPr>
          <p:cNvSpPr>
            <a:spLocks noGrp="1"/>
          </p:cNvSpPr>
          <p:nvPr>
            <p:ph type="sldNum" sz="quarter" idx="16"/>
          </p:nvPr>
        </p:nvSpPr>
        <p:spPr/>
        <p:txBody>
          <a:bodyPr/>
          <a:lstStyle/>
          <a:p>
            <a:pPr rtl="0"/>
            <a:fld id="{294A09A9-5501-47C1-A89A-A340965A2BE2}" type="slidenum">
              <a:rPr lang="en-GB" noProof="0" smtClean="0"/>
              <a:pPr rtl="0"/>
              <a:t>14</a:t>
            </a:fld>
            <a:endParaRPr lang="en-GB" noProof="0" dirty="0"/>
          </a:p>
        </p:txBody>
      </p:sp>
      <p:pic>
        <p:nvPicPr>
          <p:cNvPr id="16" name="Picture 15" descr="A wind speedometer in a field&#10;&#10;AI-generated content may be incorrect.">
            <a:extLst>
              <a:ext uri="{FF2B5EF4-FFF2-40B4-BE49-F238E27FC236}">
                <a16:creationId xmlns:a16="http://schemas.microsoft.com/office/drawing/2014/main" id="{E9E61866-9A9A-5CE0-E951-E0A2FDB43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6389872" y="3480240"/>
            <a:ext cx="3860297" cy="2895223"/>
          </a:xfrm>
          <a:prstGeom prst="rect">
            <a:avLst/>
          </a:prstGeom>
        </p:spPr>
      </p:pic>
      <p:pic>
        <p:nvPicPr>
          <p:cNvPr id="18" name="Picture 17" descr="A field with trees and clouds&#10;&#10;AI-generated content may be incorrect.">
            <a:extLst>
              <a:ext uri="{FF2B5EF4-FFF2-40B4-BE49-F238E27FC236}">
                <a16:creationId xmlns:a16="http://schemas.microsoft.com/office/drawing/2014/main" id="{33CDD9D7-5E32-167F-8089-4D6AB68D36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9196742" y="3856896"/>
            <a:ext cx="3423151" cy="2567364"/>
          </a:xfrm>
          <a:prstGeom prst="rect">
            <a:avLst/>
          </a:prstGeom>
        </p:spPr>
      </p:pic>
      <p:pic>
        <p:nvPicPr>
          <p:cNvPr id="22" name="Picture 21" descr="A field with trees and clouds&#10;&#10;AI-generated content may be incorrect.">
            <a:extLst>
              <a:ext uri="{FF2B5EF4-FFF2-40B4-BE49-F238E27FC236}">
                <a16:creationId xmlns:a16="http://schemas.microsoft.com/office/drawing/2014/main" id="{6FCFAFF4-DAF3-1F0F-B656-74DEC0041C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6483369" y="442791"/>
            <a:ext cx="3069054" cy="2301791"/>
          </a:xfrm>
          <a:prstGeom prst="rect">
            <a:avLst/>
          </a:prstGeom>
        </p:spPr>
      </p:pic>
      <p:sp>
        <p:nvSpPr>
          <p:cNvPr id="24" name="Footer Placeholder 5">
            <a:extLst>
              <a:ext uri="{FF2B5EF4-FFF2-40B4-BE49-F238E27FC236}">
                <a16:creationId xmlns:a16="http://schemas.microsoft.com/office/drawing/2014/main" id="{ABFEE316-23DE-52EB-DC2C-BC8B934B1FD8}"/>
              </a:ext>
            </a:extLst>
          </p:cNvPr>
          <p:cNvSpPr>
            <a:spLocks noGrp="1"/>
          </p:cNvSpPr>
          <p:nvPr>
            <p:ph type="ftr" sz="quarter" idx="15"/>
          </p:nvPr>
        </p:nvSpPr>
        <p:spPr>
          <a:xfrm>
            <a:off x="1494790" y="6332220"/>
            <a:ext cx="3282950" cy="247651"/>
          </a:xfrm>
        </p:spPr>
        <p:txBody>
          <a:bodyPr rtlCol="0"/>
          <a:lstStyle/>
          <a:p>
            <a:pPr rtl="0"/>
            <a:r>
              <a:rPr lang="en-GB" sz="1000" dirty="0"/>
              <a:t>ML for Estimating Wind Patterns from Grass</a:t>
            </a:r>
          </a:p>
        </p:txBody>
      </p:sp>
    </p:spTree>
    <p:extLst>
      <p:ext uri="{BB962C8B-B14F-4D97-AF65-F5344CB8AC3E}">
        <p14:creationId xmlns:p14="http://schemas.microsoft.com/office/powerpoint/2010/main" val="2142930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93E1D-D0C4-AF0B-9CB4-699B3ADB5581}"/>
              </a:ext>
            </a:extLst>
          </p:cNvPr>
          <p:cNvSpPr>
            <a:spLocks noGrp="1"/>
          </p:cNvSpPr>
          <p:nvPr>
            <p:ph type="title"/>
          </p:nvPr>
        </p:nvSpPr>
        <p:spPr>
          <a:xfrm>
            <a:off x="964023" y="1163543"/>
            <a:ext cx="4941477" cy="610863"/>
          </a:xfrm>
        </p:spPr>
        <p:txBody>
          <a:bodyPr>
            <a:normAutofit/>
          </a:bodyPr>
          <a:lstStyle/>
          <a:p>
            <a:r>
              <a:rPr lang="en-GB" dirty="0"/>
              <a:t>Next Steps</a:t>
            </a:r>
          </a:p>
        </p:txBody>
      </p:sp>
      <p:sp>
        <p:nvSpPr>
          <p:cNvPr id="6" name="Content Placeholder 5">
            <a:extLst>
              <a:ext uri="{FF2B5EF4-FFF2-40B4-BE49-F238E27FC236}">
                <a16:creationId xmlns:a16="http://schemas.microsoft.com/office/drawing/2014/main" id="{528684A7-B3EB-376B-7DC8-39B89EC8DCC3}"/>
              </a:ext>
            </a:extLst>
          </p:cNvPr>
          <p:cNvSpPr>
            <a:spLocks noGrp="1"/>
          </p:cNvSpPr>
          <p:nvPr>
            <p:ph type="body" sz="quarter" idx="11"/>
          </p:nvPr>
        </p:nvSpPr>
        <p:spPr>
          <a:xfrm>
            <a:off x="952499" y="2289363"/>
            <a:ext cx="6921501" cy="2795232"/>
          </a:xfrm>
        </p:spPr>
        <p:txBody>
          <a:bodyPr>
            <a:normAutofit/>
          </a:bodyPr>
          <a:lstStyle/>
          <a:p>
            <a:pPr marL="342900" indent="-342900">
              <a:buFont typeface="Arial" panose="020B0604020202020204" pitchFamily="34" charset="0"/>
              <a:buChar char="•"/>
            </a:pPr>
            <a:r>
              <a:rPr lang="en-US" sz="1900" dirty="0"/>
              <a:t>Run full simulation with multiple varying test cases</a:t>
            </a:r>
          </a:p>
          <a:p>
            <a:pPr marL="342900" indent="-342900">
              <a:buFont typeface="Arial" panose="020B0604020202020204" pitchFamily="34" charset="0"/>
              <a:buChar char="•"/>
            </a:pPr>
            <a:r>
              <a:rPr lang="en-US" sz="1900" dirty="0"/>
              <a:t>Get aerial photos from Living Lab when grass falls this month</a:t>
            </a:r>
          </a:p>
          <a:p>
            <a:pPr marL="342900" indent="-342900">
              <a:buFont typeface="Arial" panose="020B0604020202020204" pitchFamily="34" charset="0"/>
              <a:buChar char="•"/>
            </a:pPr>
            <a:r>
              <a:rPr lang="en-US" sz="1900" dirty="0"/>
              <a:t>Apply to real-world images from the </a:t>
            </a:r>
            <a:r>
              <a:rPr lang="en-US" sz="1900" dirty="0" err="1"/>
              <a:t>Savoonga</a:t>
            </a:r>
            <a:r>
              <a:rPr lang="en-US" sz="1900" dirty="0"/>
              <a:t> region</a:t>
            </a:r>
            <a:endParaRPr lang="en-GB" sz="1900" dirty="0"/>
          </a:p>
        </p:txBody>
      </p:sp>
      <p:sp>
        <p:nvSpPr>
          <p:cNvPr id="10" name="Footer Placeholder 5">
            <a:extLst>
              <a:ext uri="{FF2B5EF4-FFF2-40B4-BE49-F238E27FC236}">
                <a16:creationId xmlns:a16="http://schemas.microsoft.com/office/drawing/2014/main" id="{50CD7066-CED0-AF13-4D45-2E0382E363B9}"/>
              </a:ext>
            </a:extLst>
          </p:cNvPr>
          <p:cNvSpPr>
            <a:spLocks noGrp="1"/>
          </p:cNvSpPr>
          <p:nvPr>
            <p:ph type="ftr" sz="quarter" idx="15"/>
          </p:nvPr>
        </p:nvSpPr>
        <p:spPr>
          <a:xfrm>
            <a:off x="1494790" y="6332221"/>
            <a:ext cx="2467610" cy="139700"/>
          </a:xfrm>
        </p:spPr>
        <p:txBody>
          <a:bodyPr rtlCol="0"/>
          <a:lstStyle/>
          <a:p>
            <a:pPr rtl="0"/>
            <a:r>
              <a:rPr lang="en-GB" sz="1000" dirty="0"/>
              <a:t>ML for Estimating Wind Patterns from Grass</a:t>
            </a:r>
          </a:p>
        </p:txBody>
      </p:sp>
      <p:sp>
        <p:nvSpPr>
          <p:cNvPr id="9" name="Slide Number Placeholder 8">
            <a:extLst>
              <a:ext uri="{FF2B5EF4-FFF2-40B4-BE49-F238E27FC236}">
                <a16:creationId xmlns:a16="http://schemas.microsoft.com/office/drawing/2014/main" id="{32567549-E825-7B6E-1104-9383EDEFB5AE}"/>
              </a:ext>
            </a:extLst>
          </p:cNvPr>
          <p:cNvSpPr>
            <a:spLocks noGrp="1"/>
          </p:cNvSpPr>
          <p:nvPr>
            <p:ph type="sldNum" sz="quarter" idx="16"/>
          </p:nvPr>
        </p:nvSpPr>
        <p:spPr/>
        <p:txBody>
          <a:bodyPr/>
          <a:lstStyle/>
          <a:p>
            <a:pPr rtl="0"/>
            <a:fld id="{294A09A9-5501-47C1-A89A-A340965A2BE2}" type="slidenum">
              <a:rPr lang="en-GB" noProof="0" smtClean="0"/>
              <a:pPr rtl="0"/>
              <a:t>15</a:t>
            </a:fld>
            <a:endParaRPr lang="en-GB" noProof="0" dirty="0"/>
          </a:p>
        </p:txBody>
      </p:sp>
    </p:spTree>
    <p:extLst>
      <p:ext uri="{BB962C8B-B14F-4D97-AF65-F5344CB8AC3E}">
        <p14:creationId xmlns:p14="http://schemas.microsoft.com/office/powerpoint/2010/main" val="292311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6896100" y="2527061"/>
            <a:ext cx="4903377" cy="610863"/>
          </a:xfrm>
        </p:spPr>
        <p:txBody>
          <a:bodyPr rtlCol="0"/>
          <a:lstStyle/>
          <a:p>
            <a:pPr rtl="0"/>
            <a:r>
              <a:rPr lang="en-GB" dirty="0"/>
              <a:t>Thank you</a:t>
            </a:r>
          </a:p>
        </p:txBody>
      </p:sp>
      <p:sp>
        <p:nvSpPr>
          <p:cNvPr id="11" name="Subtitle 10">
            <a:extLst>
              <a:ext uri="{FF2B5EF4-FFF2-40B4-BE49-F238E27FC236}">
                <a16:creationId xmlns:a16="http://schemas.microsoft.com/office/drawing/2014/main" id="{F0F25866-5DB1-334A-8037-692579FBDE39}"/>
              </a:ext>
            </a:extLst>
          </p:cNvPr>
          <p:cNvSpPr>
            <a:spLocks noGrp="1"/>
          </p:cNvSpPr>
          <p:nvPr>
            <p:ph type="subTitle" idx="1"/>
          </p:nvPr>
        </p:nvSpPr>
        <p:spPr>
          <a:xfrm>
            <a:off x="6907623" y="3591099"/>
            <a:ext cx="5060857" cy="218901"/>
          </a:xfrm>
        </p:spPr>
        <p:txBody>
          <a:bodyPr rtlCol="0">
            <a:noAutofit/>
          </a:bodyPr>
          <a:lstStyle/>
          <a:p>
            <a:pPr rtl="0"/>
            <a:r>
              <a:rPr lang="en-GB" sz="1400" dirty="0"/>
              <a:t>Additional Credits to: </a:t>
            </a:r>
          </a:p>
          <a:p>
            <a:pPr rtl="0"/>
            <a:r>
              <a:rPr lang="en-GB" sz="1400" dirty="0"/>
              <a:t>Dr. Ramler, Ben Sunshine, Dr. Rosales</a:t>
            </a:r>
          </a:p>
        </p:txBody>
      </p:sp>
      <p:sp>
        <p:nvSpPr>
          <p:cNvPr id="9" name="Text Placeholder 8">
            <a:extLst>
              <a:ext uri="{FF2B5EF4-FFF2-40B4-BE49-F238E27FC236}">
                <a16:creationId xmlns:a16="http://schemas.microsoft.com/office/drawing/2014/main" id="{76767661-63CB-A645-82F2-3B860E338B67}"/>
              </a:ext>
            </a:extLst>
          </p:cNvPr>
          <p:cNvSpPr>
            <a:spLocks noGrp="1"/>
          </p:cNvSpPr>
          <p:nvPr>
            <p:ph type="body" sz="quarter" idx="11"/>
          </p:nvPr>
        </p:nvSpPr>
        <p:spPr/>
        <p:txBody>
          <a:bodyPr rtlCol="0"/>
          <a:lstStyle/>
          <a:p>
            <a:pPr rtl="0"/>
            <a:r>
              <a:rPr lang="en-GB" b="1" dirty="0"/>
              <a:t>Francesca Mnenula  </a:t>
            </a:r>
            <a:r>
              <a:rPr lang="en-GB" dirty="0"/>
              <a:t>  </a:t>
            </a:r>
          </a:p>
          <a:p>
            <a:pPr rtl="0"/>
            <a:r>
              <a:rPr lang="en-GB" dirty="0"/>
              <a:t>fmnen22@stlawu.edu</a:t>
            </a:r>
          </a:p>
        </p:txBody>
      </p:sp>
      <p:pic>
        <p:nvPicPr>
          <p:cNvPr id="4" name="Picture 3" descr="A grassy field with trees in the background&#10;&#10;AI-generated content may be incorrect.">
            <a:extLst>
              <a:ext uri="{FF2B5EF4-FFF2-40B4-BE49-F238E27FC236}">
                <a16:creationId xmlns:a16="http://schemas.microsoft.com/office/drawing/2014/main" id="{6A679C4F-518C-FA2C-AA55-BE8CE3DF7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 y="0"/>
            <a:ext cx="6012180" cy="6858000"/>
          </a:xfrm>
          <a:prstGeom prst="rect">
            <a:avLst/>
          </a:prstGeom>
        </p:spPr>
      </p:pic>
    </p:spTree>
    <p:extLst>
      <p:ext uri="{BB962C8B-B14F-4D97-AF65-F5344CB8AC3E}">
        <p14:creationId xmlns:p14="http://schemas.microsoft.com/office/powerpoint/2010/main" val="2336677316"/>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1_TF78853419_Win32.potx" id="{4B078287-5F8B-4412-8B56-22BABE512007}" vid="{40D3F4AB-D386-4158-AD50-2BEE84BA26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2.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{74BCC38A-0638-426F-9AF4-1C0DEE47E13F}tf78853419_win32</Template>
  <TotalTime>3067</TotalTime>
  <Words>1577</Words>
  <Application>Microsoft Office PowerPoint</Application>
  <PresentationFormat>Widescreen</PresentationFormat>
  <Paragraphs>134</Paragraphs>
  <Slides>16</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Franklin Gothic Book</vt:lpstr>
      <vt:lpstr>Franklin Gothic Demi</vt:lpstr>
      <vt:lpstr>Wingdings</vt:lpstr>
      <vt:lpstr>Theme1</vt:lpstr>
      <vt:lpstr>ML, Grass, and Wind Patterns</vt:lpstr>
      <vt:lpstr>Project Context</vt:lpstr>
      <vt:lpstr>Overview</vt:lpstr>
      <vt:lpstr>Motivation</vt:lpstr>
      <vt:lpstr>…from a very young age hunters are taught that if they become lost on the tundra to dig down in the snow and look for the direction the grass is laying. Traditionally the grass would be laying down to the south, southeast. But with climate change, hunters there are telling us that the prevailing wind direction has switched to the southwest, meaning the grass would be laying down to the north, northeast.                                                             - Aksik article</vt:lpstr>
      <vt:lpstr>Motivation</vt:lpstr>
      <vt:lpstr>Goal</vt:lpstr>
      <vt:lpstr>Stages of Research </vt:lpstr>
      <vt:lpstr>How does the HOG Algorithm work?</vt:lpstr>
      <vt:lpstr>Why do gradients work for grass images?</vt:lpstr>
      <vt:lpstr>Sample A</vt:lpstr>
      <vt:lpstr>Sample A</vt:lpstr>
      <vt:lpstr>Sample B</vt:lpstr>
      <vt:lpstr>Real Weather Data</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Francesca Mnenula</dc:creator>
  <cp:lastModifiedBy>Francesca Mnenula</cp:lastModifiedBy>
  <cp:revision>1</cp:revision>
  <dcterms:created xsi:type="dcterms:W3CDTF">2025-09-24T00:52:57Z</dcterms:created>
  <dcterms:modified xsi:type="dcterms:W3CDTF">2025-10-03T17:50:19Z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